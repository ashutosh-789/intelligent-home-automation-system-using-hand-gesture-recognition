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media/image9.jp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8" r:id="rId3"/>
    <p:sldId id="276" r:id="rId4"/>
    <p:sldId id="273" r:id="rId5"/>
    <p:sldId id="274" r:id="rId6"/>
    <p:sldId id="262" r:id="rId7"/>
    <p:sldId id="277" r:id="rId8"/>
    <p:sldId id="265" r:id="rId9"/>
    <p:sldId id="266" r:id="rId10"/>
    <p:sldId id="278" r:id="rId11"/>
    <p:sldId id="279" r:id="rId12"/>
    <p:sldId id="280" r:id="rId13"/>
    <p:sldId id="270" r:id="rId14"/>
    <p:sldId id="272" r:id="rId15"/>
  </p:sldIdLst>
  <p:sldSz cx="9144000" cy="6858000" type="screen4x3"/>
  <p:notesSz cx="9144000" cy="6858000"/>
  <p:defaultTextStyle>
    <a:defPPr>
      <a:defRPr kern="0"/>
    </a:defPPr>
  </p:defaultTextStyle>
  <p:extLst>
    <p:ext uri="{521415D9-36F7-43E2-AB2F-B90AF26B5E84}">
      <p14:sectionLst xmlns:p14="http://schemas.microsoft.com/office/powerpoint/2010/main">
        <p14:section name="Default Section" id="{C6479706-B90C-44A6-91AD-2B23DB9B46E3}">
          <p14:sldIdLst>
            <p14:sldId id="256"/>
          </p14:sldIdLst>
        </p14:section>
        <p14:section name="Untitled Section" id="{DE5E7D8E-7556-4DC2-BF01-FEFEB047F0DA}">
          <p14:sldIdLst>
            <p14:sldId id="258"/>
            <p14:sldId id="276"/>
            <p14:sldId id="273"/>
            <p14:sldId id="274"/>
            <p14:sldId id="262"/>
            <p14:sldId id="277"/>
            <p14:sldId id="265"/>
            <p14:sldId id="266"/>
            <p14:sldId id="278"/>
            <p14:sldId id="279"/>
            <p14:sldId id="280"/>
            <p14:sldId id="270"/>
            <p14:sldId id="27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8B15D28-034E-47D3-BE26-E20A4583CFCF}" v="29" dt="2025-05-22T08:22:55.316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1386" y="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atsal Anand" userId="e8521d6db9fbdb01" providerId="LiveId" clId="{08B15D28-034E-47D3-BE26-E20A4583CFCF}"/>
    <pc:docChg chg="undo custSel addSld delSld modSld sldOrd addSection delSection modSection">
      <pc:chgData name="Vatsal Anand" userId="e8521d6db9fbdb01" providerId="LiveId" clId="{08B15D28-034E-47D3-BE26-E20A4583CFCF}" dt="2025-05-22T08:25:35.188" v="1207" actId="20577"/>
      <pc:docMkLst>
        <pc:docMk/>
      </pc:docMkLst>
      <pc:sldChg chg="addSp delSp modSp del mod">
        <pc:chgData name="Vatsal Anand" userId="e8521d6db9fbdb01" providerId="LiveId" clId="{08B15D28-034E-47D3-BE26-E20A4583CFCF}" dt="2025-05-21T17:58:09.062" v="402" actId="2696"/>
        <pc:sldMkLst>
          <pc:docMk/>
          <pc:sldMk cId="0" sldId="259"/>
        </pc:sldMkLst>
        <pc:spChg chg="del mod">
          <ac:chgData name="Vatsal Anand" userId="e8521d6db9fbdb01" providerId="LiveId" clId="{08B15D28-034E-47D3-BE26-E20A4583CFCF}" dt="2025-05-21T17:53:29.665" v="382"/>
          <ac:spMkLst>
            <pc:docMk/>
            <pc:sldMk cId="0" sldId="259"/>
            <ac:spMk id="3" creationId="{00000000-0000-0000-0000-000000000000}"/>
          </ac:spMkLst>
        </pc:spChg>
        <pc:spChg chg="add mod">
          <ac:chgData name="Vatsal Anand" userId="e8521d6db9fbdb01" providerId="LiveId" clId="{08B15D28-034E-47D3-BE26-E20A4583CFCF}" dt="2025-05-21T17:57:40.892" v="401" actId="688"/>
          <ac:spMkLst>
            <pc:docMk/>
            <pc:sldMk cId="0" sldId="259"/>
            <ac:spMk id="7" creationId="{99DE8BE6-DD0B-3122-6EE6-56DB6E4014EE}"/>
          </ac:spMkLst>
        </pc:spChg>
      </pc:sldChg>
      <pc:sldChg chg="addSp delSp modSp del mod">
        <pc:chgData name="Vatsal Anand" userId="e8521d6db9fbdb01" providerId="LiveId" clId="{08B15D28-034E-47D3-BE26-E20A4583CFCF}" dt="2025-05-21T17:36:54.974" v="297" actId="2696"/>
        <pc:sldMkLst>
          <pc:docMk/>
          <pc:sldMk cId="0" sldId="260"/>
        </pc:sldMkLst>
        <pc:spChg chg="del mod">
          <ac:chgData name="Vatsal Anand" userId="e8521d6db9fbdb01" providerId="LiveId" clId="{08B15D28-034E-47D3-BE26-E20A4583CFCF}" dt="2025-05-21T17:29:13.448" v="61"/>
          <ac:spMkLst>
            <pc:docMk/>
            <pc:sldMk cId="0" sldId="260"/>
            <ac:spMk id="3" creationId="{00000000-0000-0000-0000-000000000000}"/>
          </ac:spMkLst>
        </pc:spChg>
        <pc:spChg chg="del mod">
          <ac:chgData name="Vatsal Anand" userId="e8521d6db9fbdb01" providerId="LiveId" clId="{08B15D28-034E-47D3-BE26-E20A4583CFCF}" dt="2025-05-21T17:27:03.212" v="10"/>
          <ac:spMkLst>
            <pc:docMk/>
            <pc:sldMk cId="0" sldId="260"/>
            <ac:spMk id="4" creationId="{00000000-0000-0000-0000-000000000000}"/>
          </ac:spMkLst>
        </pc:spChg>
        <pc:spChg chg="del mod">
          <ac:chgData name="Vatsal Anand" userId="e8521d6db9fbdb01" providerId="LiveId" clId="{08B15D28-034E-47D3-BE26-E20A4583CFCF}" dt="2025-05-21T17:27:12.999" v="45"/>
          <ac:spMkLst>
            <pc:docMk/>
            <pc:sldMk cId="0" sldId="260"/>
            <ac:spMk id="5" creationId="{00000000-0000-0000-0000-000000000000}"/>
          </ac:spMkLst>
        </pc:spChg>
        <pc:spChg chg="del mod">
          <ac:chgData name="Vatsal Anand" userId="e8521d6db9fbdb01" providerId="LiveId" clId="{08B15D28-034E-47D3-BE26-E20A4583CFCF}" dt="2025-05-21T17:34:46.559" v="63" actId="21"/>
          <ac:spMkLst>
            <pc:docMk/>
            <pc:sldMk cId="0" sldId="260"/>
            <ac:spMk id="6" creationId="{00000000-0000-0000-0000-000000000000}"/>
          </ac:spMkLst>
        </pc:spChg>
        <pc:spChg chg="del mod">
          <ac:chgData name="Vatsal Anand" userId="e8521d6db9fbdb01" providerId="LiveId" clId="{08B15D28-034E-47D3-BE26-E20A4583CFCF}" dt="2025-05-21T17:34:46.559" v="63" actId="21"/>
          <ac:spMkLst>
            <pc:docMk/>
            <pc:sldMk cId="0" sldId="260"/>
            <ac:spMk id="7" creationId="{00000000-0000-0000-0000-000000000000}"/>
          </ac:spMkLst>
        </pc:spChg>
        <pc:spChg chg="del">
          <ac:chgData name="Vatsal Anand" userId="e8521d6db9fbdb01" providerId="LiveId" clId="{08B15D28-034E-47D3-BE26-E20A4583CFCF}" dt="2025-05-21T17:34:46.559" v="63" actId="21"/>
          <ac:spMkLst>
            <pc:docMk/>
            <pc:sldMk cId="0" sldId="260"/>
            <ac:spMk id="8" creationId="{00000000-0000-0000-0000-000000000000}"/>
          </ac:spMkLst>
        </pc:spChg>
        <pc:spChg chg="del">
          <ac:chgData name="Vatsal Anand" userId="e8521d6db9fbdb01" providerId="LiveId" clId="{08B15D28-034E-47D3-BE26-E20A4583CFCF}" dt="2025-05-21T17:34:46.559" v="63" actId="21"/>
          <ac:spMkLst>
            <pc:docMk/>
            <pc:sldMk cId="0" sldId="260"/>
            <ac:spMk id="9" creationId="{00000000-0000-0000-0000-000000000000}"/>
          </ac:spMkLst>
        </pc:spChg>
        <pc:spChg chg="add del">
          <ac:chgData name="Vatsal Anand" userId="e8521d6db9fbdb01" providerId="LiveId" clId="{08B15D28-034E-47D3-BE26-E20A4583CFCF}" dt="2025-05-21T17:26:15.030" v="6" actId="22"/>
          <ac:spMkLst>
            <pc:docMk/>
            <pc:sldMk cId="0" sldId="260"/>
            <ac:spMk id="13" creationId="{8E62415D-BDF5-1CC8-77C8-5DFEB91CA7C5}"/>
          </ac:spMkLst>
        </pc:spChg>
        <pc:spChg chg="add del mod">
          <ac:chgData name="Vatsal Anand" userId="e8521d6db9fbdb01" providerId="LiveId" clId="{08B15D28-034E-47D3-BE26-E20A4583CFCF}" dt="2025-05-21T17:34:50.875" v="65" actId="21"/>
          <ac:spMkLst>
            <pc:docMk/>
            <pc:sldMk cId="0" sldId="260"/>
            <ac:spMk id="16" creationId="{00000000-0000-0000-0000-000000000000}"/>
          </ac:spMkLst>
        </pc:spChg>
        <pc:spChg chg="add del mod">
          <ac:chgData name="Vatsal Anand" userId="e8521d6db9fbdb01" providerId="LiveId" clId="{08B15D28-034E-47D3-BE26-E20A4583CFCF}" dt="2025-05-21T17:34:50.875" v="65" actId="21"/>
          <ac:spMkLst>
            <pc:docMk/>
            <pc:sldMk cId="0" sldId="260"/>
            <ac:spMk id="17" creationId="{00000000-0000-0000-0000-000000000000}"/>
          </ac:spMkLst>
        </pc:spChg>
        <pc:spChg chg="add del mod">
          <ac:chgData name="Vatsal Anand" userId="e8521d6db9fbdb01" providerId="LiveId" clId="{08B15D28-034E-47D3-BE26-E20A4583CFCF}" dt="2025-05-21T17:34:50.875" v="65" actId="21"/>
          <ac:spMkLst>
            <pc:docMk/>
            <pc:sldMk cId="0" sldId="260"/>
            <ac:spMk id="18" creationId="{00000000-0000-0000-0000-000000000000}"/>
          </ac:spMkLst>
        </pc:spChg>
        <pc:spChg chg="add del mod">
          <ac:chgData name="Vatsal Anand" userId="e8521d6db9fbdb01" providerId="LiveId" clId="{08B15D28-034E-47D3-BE26-E20A4583CFCF}" dt="2025-05-21T17:34:50.875" v="65" actId="21"/>
          <ac:spMkLst>
            <pc:docMk/>
            <pc:sldMk cId="0" sldId="260"/>
            <ac:spMk id="19" creationId="{00000000-0000-0000-0000-000000000000}"/>
          </ac:spMkLst>
        </pc:spChg>
        <pc:spChg chg="add mod">
          <ac:chgData name="Vatsal Anand" userId="e8521d6db9fbdb01" providerId="LiveId" clId="{08B15D28-034E-47D3-BE26-E20A4583CFCF}" dt="2025-05-21T17:36:34.158" v="237" actId="12"/>
          <ac:spMkLst>
            <pc:docMk/>
            <pc:sldMk cId="0" sldId="260"/>
            <ac:spMk id="20" creationId="{00000000-0000-0000-0000-000000000000}"/>
          </ac:spMkLst>
        </pc:spChg>
        <pc:spChg chg="add mod">
          <ac:chgData name="Vatsal Anand" userId="e8521d6db9fbdb01" providerId="LiveId" clId="{08B15D28-034E-47D3-BE26-E20A4583CFCF}" dt="2025-05-21T17:36:44.126" v="292" actId="20577"/>
          <ac:spMkLst>
            <pc:docMk/>
            <pc:sldMk cId="0" sldId="260"/>
            <ac:spMk id="21" creationId="{00000000-0000-0000-0000-000000000000}"/>
          </ac:spMkLst>
        </pc:spChg>
        <pc:spChg chg="add del mod">
          <ac:chgData name="Vatsal Anand" userId="e8521d6db9fbdb01" providerId="LiveId" clId="{08B15D28-034E-47D3-BE26-E20A4583CFCF}" dt="2025-05-21T17:36:50.745" v="296"/>
          <ac:spMkLst>
            <pc:docMk/>
            <pc:sldMk cId="0" sldId="260"/>
            <ac:spMk id="22" creationId="{00000000-0000-0000-0000-000000000000}"/>
          </ac:spMkLst>
        </pc:spChg>
        <pc:spChg chg="add del mod">
          <ac:chgData name="Vatsal Anand" userId="e8521d6db9fbdb01" providerId="LiveId" clId="{08B15D28-034E-47D3-BE26-E20A4583CFCF}" dt="2025-05-21T17:36:50.745" v="294"/>
          <ac:spMkLst>
            <pc:docMk/>
            <pc:sldMk cId="0" sldId="260"/>
            <ac:spMk id="23" creationId="{00000000-0000-0000-0000-000000000000}"/>
          </ac:spMkLst>
        </pc:spChg>
        <pc:picChg chg="add mod">
          <ac:chgData name="Vatsal Anand" userId="e8521d6db9fbdb01" providerId="LiveId" clId="{08B15D28-034E-47D3-BE26-E20A4583CFCF}" dt="2025-05-21T17:29:01.524" v="59" actId="14100"/>
          <ac:picMkLst>
            <pc:docMk/>
            <pc:sldMk cId="0" sldId="260"/>
            <ac:picMk id="15" creationId="{154D5598-6AAF-E625-7C85-F559D25A854B}"/>
          </ac:picMkLst>
        </pc:picChg>
      </pc:sldChg>
      <pc:sldChg chg="del">
        <pc:chgData name="Vatsal Anand" userId="e8521d6db9fbdb01" providerId="LiveId" clId="{08B15D28-034E-47D3-BE26-E20A4583CFCF}" dt="2025-05-21T17:46:35.523" v="363" actId="2696"/>
        <pc:sldMkLst>
          <pc:docMk/>
          <pc:sldMk cId="0" sldId="261"/>
        </pc:sldMkLst>
      </pc:sldChg>
      <pc:sldChg chg="addSp modSp mod">
        <pc:chgData name="Vatsal Anand" userId="e8521d6db9fbdb01" providerId="LiveId" clId="{08B15D28-034E-47D3-BE26-E20A4583CFCF}" dt="2025-05-21T18:39:13.945" v="565" actId="14100"/>
        <pc:sldMkLst>
          <pc:docMk/>
          <pc:sldMk cId="0" sldId="262"/>
        </pc:sldMkLst>
        <pc:spChg chg="mod">
          <ac:chgData name="Vatsal Anand" userId="e8521d6db9fbdb01" providerId="LiveId" clId="{08B15D28-034E-47D3-BE26-E20A4583CFCF}" dt="2025-05-21T18:37:41.196" v="562" actId="1076"/>
          <ac:spMkLst>
            <pc:docMk/>
            <pc:sldMk cId="0" sldId="262"/>
            <ac:spMk id="2" creationId="{00000000-0000-0000-0000-000000000000}"/>
          </ac:spMkLst>
        </pc:spChg>
        <pc:spChg chg="mod">
          <ac:chgData name="Vatsal Anand" userId="e8521d6db9fbdb01" providerId="LiveId" clId="{08B15D28-034E-47D3-BE26-E20A4583CFCF}" dt="2025-05-21T18:36:32.256" v="560" actId="20577"/>
          <ac:spMkLst>
            <pc:docMk/>
            <pc:sldMk cId="0" sldId="262"/>
            <ac:spMk id="3" creationId="{00000000-0000-0000-0000-000000000000}"/>
          </ac:spMkLst>
        </pc:spChg>
        <pc:picChg chg="add mod">
          <ac:chgData name="Vatsal Anand" userId="e8521d6db9fbdb01" providerId="LiveId" clId="{08B15D28-034E-47D3-BE26-E20A4583CFCF}" dt="2025-05-21T18:39:13.945" v="565" actId="14100"/>
          <ac:picMkLst>
            <pc:docMk/>
            <pc:sldMk cId="0" sldId="262"/>
            <ac:picMk id="7" creationId="{F8FDD10A-C869-CFB3-056E-27A0D89DB3B6}"/>
          </ac:picMkLst>
        </pc:picChg>
      </pc:sldChg>
      <pc:sldChg chg="delSp del mod">
        <pc:chgData name="Vatsal Anand" userId="e8521d6db9fbdb01" providerId="LiveId" clId="{08B15D28-034E-47D3-BE26-E20A4583CFCF}" dt="2025-05-21T18:26:37.637" v="496" actId="2696"/>
        <pc:sldMkLst>
          <pc:docMk/>
          <pc:sldMk cId="0" sldId="263"/>
        </pc:sldMkLst>
        <pc:picChg chg="del">
          <ac:chgData name="Vatsal Anand" userId="e8521d6db9fbdb01" providerId="LiveId" clId="{08B15D28-034E-47D3-BE26-E20A4583CFCF}" dt="2025-05-21T17:14:56.453" v="0" actId="21"/>
          <ac:picMkLst>
            <pc:docMk/>
            <pc:sldMk cId="0" sldId="263"/>
            <ac:picMk id="3" creationId="{00000000-0000-0000-0000-000000000000}"/>
          </ac:picMkLst>
        </pc:picChg>
      </pc:sldChg>
      <pc:sldChg chg="delSp modSp del mod">
        <pc:chgData name="Vatsal Anand" userId="e8521d6db9fbdb01" providerId="LiveId" clId="{08B15D28-034E-47D3-BE26-E20A4583CFCF}" dt="2025-05-21T18:26:42.960" v="497" actId="2696"/>
        <pc:sldMkLst>
          <pc:docMk/>
          <pc:sldMk cId="0" sldId="264"/>
        </pc:sldMkLst>
        <pc:picChg chg="del mod">
          <ac:chgData name="Vatsal Anand" userId="e8521d6db9fbdb01" providerId="LiveId" clId="{08B15D28-034E-47D3-BE26-E20A4583CFCF}" dt="2025-05-21T18:24:25.144" v="482" actId="21"/>
          <ac:picMkLst>
            <pc:docMk/>
            <pc:sldMk cId="0" sldId="264"/>
            <ac:picMk id="3" creationId="{00000000-0000-0000-0000-000000000000}"/>
          </ac:picMkLst>
        </pc:picChg>
      </pc:sldChg>
      <pc:sldChg chg="addSp delSp modSp mod">
        <pc:chgData name="Vatsal Anand" userId="e8521d6db9fbdb01" providerId="LiveId" clId="{08B15D28-034E-47D3-BE26-E20A4583CFCF}" dt="2025-05-21T19:20:17.387" v="808" actId="22"/>
        <pc:sldMkLst>
          <pc:docMk/>
          <pc:sldMk cId="0" sldId="265"/>
        </pc:sldMkLst>
        <pc:spChg chg="mod">
          <ac:chgData name="Vatsal Anand" userId="e8521d6db9fbdb01" providerId="LiveId" clId="{08B15D28-034E-47D3-BE26-E20A4583CFCF}" dt="2025-05-21T19:00:06.776" v="636" actId="20577"/>
          <ac:spMkLst>
            <pc:docMk/>
            <pc:sldMk cId="0" sldId="265"/>
            <ac:spMk id="7" creationId="{00000000-0000-0000-0000-000000000000}"/>
          </ac:spMkLst>
        </pc:spChg>
        <pc:spChg chg="add del">
          <ac:chgData name="Vatsal Anand" userId="e8521d6db9fbdb01" providerId="LiveId" clId="{08B15D28-034E-47D3-BE26-E20A4583CFCF}" dt="2025-05-21T19:20:17.387" v="808" actId="22"/>
          <ac:spMkLst>
            <pc:docMk/>
            <pc:sldMk cId="0" sldId="265"/>
            <ac:spMk id="16" creationId="{A79F5C89-FFCE-FAC5-93A7-24D9B9EC15A4}"/>
          </ac:spMkLst>
        </pc:spChg>
        <pc:picChg chg="add mod">
          <ac:chgData name="Vatsal Anand" userId="e8521d6db9fbdb01" providerId="LiveId" clId="{08B15D28-034E-47D3-BE26-E20A4583CFCF}" dt="2025-05-21T18:55:32.006" v="604" actId="931"/>
          <ac:picMkLst>
            <pc:docMk/>
            <pc:sldMk cId="0" sldId="265"/>
            <ac:picMk id="10" creationId="{B11975E9-C729-25BA-7EF7-C68B1DCA85C5}"/>
          </ac:picMkLst>
        </pc:picChg>
        <pc:picChg chg="add mod">
          <ac:chgData name="Vatsal Anand" userId="e8521d6db9fbdb01" providerId="LiveId" clId="{08B15D28-034E-47D3-BE26-E20A4583CFCF}" dt="2025-05-21T18:59:45.520" v="635" actId="14100"/>
          <ac:picMkLst>
            <pc:docMk/>
            <pc:sldMk cId="0" sldId="265"/>
            <ac:picMk id="12" creationId="{7D6B6CA4-DB29-E417-B177-B873639486C2}"/>
          </ac:picMkLst>
        </pc:picChg>
        <pc:picChg chg="add mod">
          <ac:chgData name="Vatsal Anand" userId="e8521d6db9fbdb01" providerId="LiveId" clId="{08B15D28-034E-47D3-BE26-E20A4583CFCF}" dt="2025-05-21T19:02:18.205" v="644" actId="14100"/>
          <ac:picMkLst>
            <pc:docMk/>
            <pc:sldMk cId="0" sldId="265"/>
            <ac:picMk id="14" creationId="{FCC3260A-5956-7A41-7827-1A2908497A8A}"/>
          </ac:picMkLst>
        </pc:picChg>
      </pc:sldChg>
      <pc:sldChg chg="addSp delSp modSp mod">
        <pc:chgData name="Vatsal Anand" userId="e8521d6db9fbdb01" providerId="LiveId" clId="{08B15D28-034E-47D3-BE26-E20A4583CFCF}" dt="2025-05-21T19:18:23.342" v="802" actId="20577"/>
        <pc:sldMkLst>
          <pc:docMk/>
          <pc:sldMk cId="0" sldId="266"/>
        </pc:sldMkLst>
        <pc:spChg chg="mod">
          <ac:chgData name="Vatsal Anand" userId="e8521d6db9fbdb01" providerId="LiveId" clId="{08B15D28-034E-47D3-BE26-E20A4583CFCF}" dt="2025-05-21T19:18:23.342" v="802" actId="20577"/>
          <ac:spMkLst>
            <pc:docMk/>
            <pc:sldMk cId="0" sldId="266"/>
            <ac:spMk id="3" creationId="{00000000-0000-0000-0000-000000000000}"/>
          </ac:spMkLst>
        </pc:spChg>
        <pc:graphicFrameChg chg="add del modGraphic">
          <ac:chgData name="Vatsal Anand" userId="e8521d6db9fbdb01" providerId="LiveId" clId="{08B15D28-034E-47D3-BE26-E20A4583CFCF}" dt="2025-05-21T19:05:51.561" v="662" actId="3680"/>
          <ac:graphicFrameMkLst>
            <pc:docMk/>
            <pc:sldMk cId="0" sldId="266"/>
            <ac:graphicFrameMk id="5" creationId="{B622D3A0-D81B-5DB2-C98C-85B0EBBECBF8}"/>
          </ac:graphicFrameMkLst>
        </pc:graphicFrameChg>
        <pc:graphicFrameChg chg="add mod modGraphic">
          <ac:chgData name="Vatsal Anand" userId="e8521d6db9fbdb01" providerId="LiveId" clId="{08B15D28-034E-47D3-BE26-E20A4583CFCF}" dt="2025-05-21T19:18:03.990" v="800" actId="6549"/>
          <ac:graphicFrameMkLst>
            <pc:docMk/>
            <pc:sldMk cId="0" sldId="266"/>
            <ac:graphicFrameMk id="6" creationId="{1144E7BF-779F-8B53-9880-A89D97E0D2BB}"/>
          </ac:graphicFrameMkLst>
        </pc:graphicFrameChg>
      </pc:sldChg>
      <pc:sldChg chg="modSp del mod">
        <pc:chgData name="Vatsal Anand" userId="e8521d6db9fbdb01" providerId="LiveId" clId="{08B15D28-034E-47D3-BE26-E20A4583CFCF}" dt="2025-05-21T19:20:05.406" v="806" actId="2696"/>
        <pc:sldMkLst>
          <pc:docMk/>
          <pc:sldMk cId="0" sldId="267"/>
        </pc:sldMkLst>
        <pc:spChg chg="mod">
          <ac:chgData name="Vatsal Anand" userId="e8521d6db9fbdb01" providerId="LiveId" clId="{08B15D28-034E-47D3-BE26-E20A4583CFCF}" dt="2025-05-21T19:18:49.510" v="803" actId="1076"/>
          <ac:spMkLst>
            <pc:docMk/>
            <pc:sldMk cId="0" sldId="267"/>
            <ac:spMk id="2" creationId="{00000000-0000-0000-0000-000000000000}"/>
          </ac:spMkLst>
        </pc:spChg>
      </pc:sldChg>
      <pc:sldChg chg="addSp delSp modSp del mod">
        <pc:chgData name="Vatsal Anand" userId="e8521d6db9fbdb01" providerId="LiveId" clId="{08B15D28-034E-47D3-BE26-E20A4583CFCF}" dt="2025-05-21T19:31:28.445" v="898" actId="2696"/>
        <pc:sldMkLst>
          <pc:docMk/>
          <pc:sldMk cId="0" sldId="268"/>
        </pc:sldMkLst>
        <pc:spChg chg="del mod">
          <ac:chgData name="Vatsal Anand" userId="e8521d6db9fbdb01" providerId="LiveId" clId="{08B15D28-034E-47D3-BE26-E20A4583CFCF}" dt="2025-05-21T19:30:38.624" v="886"/>
          <ac:spMkLst>
            <pc:docMk/>
            <pc:sldMk cId="0" sldId="268"/>
            <ac:spMk id="3" creationId="{00000000-0000-0000-0000-000000000000}"/>
          </ac:spMkLst>
        </pc:spChg>
        <pc:spChg chg="add mod">
          <ac:chgData name="Vatsal Anand" userId="e8521d6db9fbdb01" providerId="LiveId" clId="{08B15D28-034E-47D3-BE26-E20A4583CFCF}" dt="2025-05-21T19:31:08.919" v="897" actId="5793"/>
          <ac:spMkLst>
            <pc:docMk/>
            <pc:sldMk cId="0" sldId="268"/>
            <ac:spMk id="7" creationId="{C1500B9A-2CF0-99CC-2D1F-7D5F9E02DE23}"/>
          </ac:spMkLst>
        </pc:spChg>
      </pc:sldChg>
      <pc:sldChg chg="modSp del mod">
        <pc:chgData name="Vatsal Anand" userId="e8521d6db9fbdb01" providerId="LiveId" clId="{08B15D28-034E-47D3-BE26-E20A4583CFCF}" dt="2025-05-21T20:04:43.196" v="1151" actId="2696"/>
        <pc:sldMkLst>
          <pc:docMk/>
          <pc:sldMk cId="0" sldId="269"/>
        </pc:sldMkLst>
        <pc:spChg chg="mod">
          <ac:chgData name="Vatsal Anand" userId="e8521d6db9fbdb01" providerId="LiveId" clId="{08B15D28-034E-47D3-BE26-E20A4583CFCF}" dt="2025-05-21T20:02:48.715" v="1150" actId="113"/>
          <ac:spMkLst>
            <pc:docMk/>
            <pc:sldMk cId="0" sldId="269"/>
            <ac:spMk id="3" creationId="{00000000-0000-0000-0000-000000000000}"/>
          </ac:spMkLst>
        </pc:spChg>
      </pc:sldChg>
      <pc:sldChg chg="modSp mod">
        <pc:chgData name="Vatsal Anand" userId="e8521d6db9fbdb01" providerId="LiveId" clId="{08B15D28-034E-47D3-BE26-E20A4583CFCF}" dt="2025-05-22T08:25:35.188" v="1207" actId="20577"/>
        <pc:sldMkLst>
          <pc:docMk/>
          <pc:sldMk cId="0" sldId="270"/>
        </pc:sldMkLst>
        <pc:spChg chg="mod">
          <ac:chgData name="Vatsal Anand" userId="e8521d6db9fbdb01" providerId="LiveId" clId="{08B15D28-034E-47D3-BE26-E20A4583CFCF}" dt="2025-05-22T08:25:35.188" v="1207" actId="20577"/>
          <ac:spMkLst>
            <pc:docMk/>
            <pc:sldMk cId="0" sldId="270"/>
            <ac:spMk id="3" creationId="{00000000-0000-0000-0000-000000000000}"/>
          </ac:spMkLst>
        </pc:spChg>
      </pc:sldChg>
      <pc:sldChg chg="addSp modSp new mod">
        <pc:chgData name="Vatsal Anand" userId="e8521d6db9fbdb01" providerId="LiveId" clId="{08B15D28-034E-47D3-BE26-E20A4583CFCF}" dt="2025-05-21T17:45:03.774" v="362" actId="113"/>
        <pc:sldMkLst>
          <pc:docMk/>
          <pc:sldMk cId="638793684" sldId="273"/>
        </pc:sldMkLst>
        <pc:spChg chg="mod">
          <ac:chgData name="Vatsal Anand" userId="e8521d6db9fbdb01" providerId="LiveId" clId="{08B15D28-034E-47D3-BE26-E20A4583CFCF}" dt="2025-05-21T17:37:03.531" v="315" actId="20577"/>
          <ac:spMkLst>
            <pc:docMk/>
            <pc:sldMk cId="638793684" sldId="273"/>
            <ac:spMk id="2" creationId="{201E25EF-B4E2-56A3-49C5-C039595AF03B}"/>
          </ac:spMkLst>
        </pc:spChg>
        <pc:spChg chg="mod">
          <ac:chgData name="Vatsal Anand" userId="e8521d6db9fbdb01" providerId="LiveId" clId="{08B15D28-034E-47D3-BE26-E20A4583CFCF}" dt="2025-05-21T17:45:03.774" v="362" actId="113"/>
          <ac:spMkLst>
            <pc:docMk/>
            <pc:sldMk cId="638793684" sldId="273"/>
            <ac:spMk id="3" creationId="{E2D54DCD-ECAD-9DA1-6801-F6ADE7EA8D5C}"/>
          </ac:spMkLst>
        </pc:spChg>
        <pc:picChg chg="add mod">
          <ac:chgData name="Vatsal Anand" userId="e8521d6db9fbdb01" providerId="LiveId" clId="{08B15D28-034E-47D3-BE26-E20A4583CFCF}" dt="2025-05-21T17:38:23.447" v="334" actId="14100"/>
          <ac:picMkLst>
            <pc:docMk/>
            <pc:sldMk cId="638793684" sldId="273"/>
            <ac:picMk id="5" creationId="{DA15A6D3-24FD-EBD9-01FA-5C1093CC8740}"/>
          </ac:picMkLst>
        </pc:picChg>
      </pc:sldChg>
      <pc:sldChg chg="addSp modSp new mod">
        <pc:chgData name="Vatsal Anand" userId="e8521d6db9fbdb01" providerId="LiveId" clId="{08B15D28-034E-47D3-BE26-E20A4583CFCF}" dt="2025-05-21T18:25:59.003" v="495" actId="14100"/>
        <pc:sldMkLst>
          <pc:docMk/>
          <pc:sldMk cId="2504105767" sldId="274"/>
        </pc:sldMkLst>
        <pc:spChg chg="mod">
          <ac:chgData name="Vatsal Anand" userId="e8521d6db9fbdb01" providerId="LiveId" clId="{08B15D28-034E-47D3-BE26-E20A4583CFCF}" dt="2025-05-21T17:46:47.569" v="377" actId="20577"/>
          <ac:spMkLst>
            <pc:docMk/>
            <pc:sldMk cId="2504105767" sldId="274"/>
            <ac:spMk id="2" creationId="{C575AFEF-4839-2319-A1D2-43EE8309EC90}"/>
          </ac:spMkLst>
        </pc:spChg>
        <pc:spChg chg="mod">
          <ac:chgData name="Vatsal Anand" userId="e8521d6db9fbdb01" providerId="LiveId" clId="{08B15D28-034E-47D3-BE26-E20A4583CFCF}" dt="2025-05-21T17:46:51.588" v="378" actId="14100"/>
          <ac:spMkLst>
            <pc:docMk/>
            <pc:sldMk cId="2504105767" sldId="274"/>
            <ac:spMk id="3" creationId="{09714575-087A-1BB2-DF85-64944B3323BD}"/>
          </ac:spMkLst>
        </pc:spChg>
        <pc:picChg chg="add mod">
          <ac:chgData name="Vatsal Anand" userId="e8521d6db9fbdb01" providerId="LiveId" clId="{08B15D28-034E-47D3-BE26-E20A4583CFCF}" dt="2025-05-21T18:25:59.003" v="495" actId="14100"/>
          <ac:picMkLst>
            <pc:docMk/>
            <pc:sldMk cId="2504105767" sldId="274"/>
            <ac:picMk id="4" creationId="{00000000-0000-0000-0000-000000000000}"/>
          </ac:picMkLst>
        </pc:picChg>
        <pc:picChg chg="add mod">
          <ac:chgData name="Vatsal Anand" userId="e8521d6db9fbdb01" providerId="LiveId" clId="{08B15D28-034E-47D3-BE26-E20A4583CFCF}" dt="2025-05-21T18:19:53.478" v="480"/>
          <ac:picMkLst>
            <pc:docMk/>
            <pc:sldMk cId="2504105767" sldId="274"/>
            <ac:picMk id="7" creationId="{2F211D8F-720B-5CD3-0321-2E72F4F79101}"/>
          </ac:picMkLst>
        </pc:picChg>
      </pc:sldChg>
      <pc:sldChg chg="new del">
        <pc:chgData name="Vatsal Anand" userId="e8521d6db9fbdb01" providerId="LiveId" clId="{08B15D28-034E-47D3-BE26-E20A4583CFCF}" dt="2025-05-21T18:01:27.133" v="405" actId="2696"/>
        <pc:sldMkLst>
          <pc:docMk/>
          <pc:sldMk cId="616977023" sldId="275"/>
        </pc:sldMkLst>
      </pc:sldChg>
      <pc:sldChg chg="new del">
        <pc:chgData name="Vatsal Anand" userId="e8521d6db9fbdb01" providerId="LiveId" clId="{08B15D28-034E-47D3-BE26-E20A4583CFCF}" dt="2025-05-21T18:01:33.540" v="407" actId="2696"/>
        <pc:sldMkLst>
          <pc:docMk/>
          <pc:sldMk cId="650995440" sldId="275"/>
        </pc:sldMkLst>
      </pc:sldChg>
      <pc:sldChg chg="modSp new del mod">
        <pc:chgData name="Vatsal Anand" userId="e8521d6db9fbdb01" providerId="LiveId" clId="{08B15D28-034E-47D3-BE26-E20A4583CFCF}" dt="2025-05-21T18:01:56.938" v="412" actId="2696"/>
        <pc:sldMkLst>
          <pc:docMk/>
          <pc:sldMk cId="2127945806" sldId="275"/>
        </pc:sldMkLst>
        <pc:spChg chg="mod">
          <ac:chgData name="Vatsal Anand" userId="e8521d6db9fbdb01" providerId="LiveId" clId="{08B15D28-034E-47D3-BE26-E20A4583CFCF}" dt="2025-05-21T18:01:44.925" v="410" actId="20577"/>
          <ac:spMkLst>
            <pc:docMk/>
            <pc:sldMk cId="2127945806" sldId="275"/>
            <ac:spMk id="2" creationId="{3794E523-7267-9C31-85BD-C92CD7B1CD6F}"/>
          </ac:spMkLst>
        </pc:spChg>
      </pc:sldChg>
      <pc:sldChg chg="addSp delSp modSp new mod ord">
        <pc:chgData name="Vatsal Anand" userId="e8521d6db9fbdb01" providerId="LiveId" clId="{08B15D28-034E-47D3-BE26-E20A4583CFCF}" dt="2025-05-21T19:53:55.343" v="1119" actId="14100"/>
        <pc:sldMkLst>
          <pc:docMk/>
          <pc:sldMk cId="3083302888" sldId="276"/>
        </pc:sldMkLst>
        <pc:spChg chg="mod">
          <ac:chgData name="Vatsal Anand" userId="e8521d6db9fbdb01" providerId="LiveId" clId="{08B15D28-034E-47D3-BE26-E20A4583CFCF}" dt="2025-05-21T18:02:04.518" v="424" actId="20577"/>
          <ac:spMkLst>
            <pc:docMk/>
            <pc:sldMk cId="3083302888" sldId="276"/>
            <ac:spMk id="2" creationId="{4A12E265-AD08-B143-FA58-461EE2EC9075}"/>
          </ac:spMkLst>
        </pc:spChg>
        <pc:spChg chg="mod">
          <ac:chgData name="Vatsal Anand" userId="e8521d6db9fbdb01" providerId="LiveId" clId="{08B15D28-034E-47D3-BE26-E20A4583CFCF}" dt="2025-05-21T19:53:55.343" v="1119" actId="14100"/>
          <ac:spMkLst>
            <pc:docMk/>
            <pc:sldMk cId="3083302888" sldId="276"/>
            <ac:spMk id="3" creationId="{0A76CBDC-50FD-5E30-A87C-EAB8156F3860}"/>
          </ac:spMkLst>
        </pc:spChg>
        <pc:picChg chg="add mod">
          <ac:chgData name="Vatsal Anand" userId="e8521d6db9fbdb01" providerId="LiveId" clId="{08B15D28-034E-47D3-BE26-E20A4583CFCF}" dt="2025-05-21T18:12:24.073" v="444" actId="931"/>
          <ac:picMkLst>
            <pc:docMk/>
            <pc:sldMk cId="3083302888" sldId="276"/>
            <ac:picMk id="5" creationId="{9408176A-AADF-2A2C-A56F-68772FB810C6}"/>
          </ac:picMkLst>
        </pc:picChg>
        <pc:picChg chg="add del mod">
          <ac:chgData name="Vatsal Anand" userId="e8521d6db9fbdb01" providerId="LiveId" clId="{08B15D28-034E-47D3-BE26-E20A4583CFCF}" dt="2025-05-21T18:14:26.906" v="452" actId="21"/>
          <ac:picMkLst>
            <pc:docMk/>
            <pc:sldMk cId="3083302888" sldId="276"/>
            <ac:picMk id="7" creationId="{2F211D8F-720B-5CD3-0321-2E72F4F79101}"/>
          </ac:picMkLst>
        </pc:picChg>
        <pc:picChg chg="add mod">
          <ac:chgData name="Vatsal Anand" userId="e8521d6db9fbdb01" providerId="LiveId" clId="{08B15D28-034E-47D3-BE26-E20A4583CFCF}" dt="2025-05-21T18:17:33.598" v="479" actId="1076"/>
          <ac:picMkLst>
            <pc:docMk/>
            <pc:sldMk cId="3083302888" sldId="276"/>
            <ac:picMk id="9" creationId="{26392B6C-8E48-BCD0-060D-3F5EEF77E2BC}"/>
          </ac:picMkLst>
        </pc:picChg>
      </pc:sldChg>
      <pc:sldChg chg="addSp modSp new mod">
        <pc:chgData name="Vatsal Anand" userId="e8521d6db9fbdb01" providerId="LiveId" clId="{08B15D28-034E-47D3-BE26-E20A4583CFCF}" dt="2025-05-22T08:23:48.732" v="1188" actId="14100"/>
        <pc:sldMkLst>
          <pc:docMk/>
          <pc:sldMk cId="847100681" sldId="277"/>
        </pc:sldMkLst>
        <pc:spChg chg="mod">
          <ac:chgData name="Vatsal Anand" userId="e8521d6db9fbdb01" providerId="LiveId" clId="{08B15D28-034E-47D3-BE26-E20A4583CFCF}" dt="2025-05-21T18:37:56.595" v="563"/>
          <ac:spMkLst>
            <pc:docMk/>
            <pc:sldMk cId="847100681" sldId="277"/>
            <ac:spMk id="2" creationId="{343AF68A-79D3-DAD0-6410-949876B26BE9}"/>
          </ac:spMkLst>
        </pc:spChg>
        <pc:spChg chg="mod">
          <ac:chgData name="Vatsal Anand" userId="e8521d6db9fbdb01" providerId="LiveId" clId="{08B15D28-034E-47D3-BE26-E20A4583CFCF}" dt="2025-05-21T18:38:00.774" v="564" actId="14100"/>
          <ac:spMkLst>
            <pc:docMk/>
            <pc:sldMk cId="847100681" sldId="277"/>
            <ac:spMk id="3" creationId="{FCA56263-AC40-3E60-BB28-AEAE09D8DCF0}"/>
          </ac:spMkLst>
        </pc:spChg>
        <pc:picChg chg="add mod">
          <ac:chgData name="Vatsal Anand" userId="e8521d6db9fbdb01" providerId="LiveId" clId="{08B15D28-034E-47D3-BE26-E20A4583CFCF}" dt="2025-05-22T08:23:48.732" v="1188" actId="14100"/>
          <ac:picMkLst>
            <pc:docMk/>
            <pc:sldMk cId="847100681" sldId="277"/>
            <ac:picMk id="5" creationId="{58B4A626-CFC8-ACB6-87E3-54BD720FFBC1}"/>
          </ac:picMkLst>
        </pc:picChg>
      </pc:sldChg>
      <pc:sldChg chg="new del">
        <pc:chgData name="Vatsal Anand" userId="e8521d6db9fbdb01" providerId="LiveId" clId="{08B15D28-034E-47D3-BE26-E20A4583CFCF}" dt="2025-05-21T18:33:05.304" v="529" actId="2696"/>
        <pc:sldMkLst>
          <pc:docMk/>
          <pc:sldMk cId="2172828143" sldId="277"/>
        </pc:sldMkLst>
      </pc:sldChg>
      <pc:sldChg chg="modSp new del mod">
        <pc:chgData name="Vatsal Anand" userId="e8521d6db9fbdb01" providerId="LiveId" clId="{08B15D28-034E-47D3-BE26-E20A4583CFCF}" dt="2025-05-21T19:23:18.461" v="819" actId="2696"/>
        <pc:sldMkLst>
          <pc:docMk/>
          <pc:sldMk cId="1860284325" sldId="278"/>
        </pc:sldMkLst>
        <pc:spChg chg="mod">
          <ac:chgData name="Vatsal Anand" userId="e8521d6db9fbdb01" providerId="LiveId" clId="{08B15D28-034E-47D3-BE26-E20A4583CFCF}" dt="2025-05-21T19:23:15.961" v="818" actId="21"/>
          <ac:spMkLst>
            <pc:docMk/>
            <pc:sldMk cId="1860284325" sldId="278"/>
            <ac:spMk id="2" creationId="{13040A45-515F-D683-DB55-8D5D27B639D1}"/>
          </ac:spMkLst>
        </pc:spChg>
      </pc:sldChg>
      <pc:sldChg chg="modSp new mod">
        <pc:chgData name="Vatsal Anand" userId="e8521d6db9fbdb01" providerId="LiveId" clId="{08B15D28-034E-47D3-BE26-E20A4583CFCF}" dt="2025-05-21T19:29:26.811" v="856" actId="14100"/>
        <pc:sldMkLst>
          <pc:docMk/>
          <pc:sldMk cId="2702160790" sldId="278"/>
        </pc:sldMkLst>
        <pc:spChg chg="mod">
          <ac:chgData name="Vatsal Anand" userId="e8521d6db9fbdb01" providerId="LiveId" clId="{08B15D28-034E-47D3-BE26-E20A4583CFCF}" dt="2025-05-21T19:23:35.740" v="824" actId="255"/>
          <ac:spMkLst>
            <pc:docMk/>
            <pc:sldMk cId="2702160790" sldId="278"/>
            <ac:spMk id="2" creationId="{325A5D2E-BF62-8C59-646F-4D30ABEA37CB}"/>
          </ac:spMkLst>
        </pc:spChg>
        <pc:spChg chg="mod">
          <ac:chgData name="Vatsal Anand" userId="e8521d6db9fbdb01" providerId="LiveId" clId="{08B15D28-034E-47D3-BE26-E20A4583CFCF}" dt="2025-05-21T19:29:26.811" v="856" actId="14100"/>
          <ac:spMkLst>
            <pc:docMk/>
            <pc:sldMk cId="2702160790" sldId="278"/>
            <ac:spMk id="3" creationId="{533132D9-FFDD-D8A4-4466-9314DC0EBDDE}"/>
          </ac:spMkLst>
        </pc:spChg>
      </pc:sldChg>
      <pc:sldChg chg="new del">
        <pc:chgData name="Vatsal Anand" userId="e8521d6db9fbdb01" providerId="LiveId" clId="{08B15D28-034E-47D3-BE26-E20A4583CFCF}" dt="2025-05-21T19:33:25.959" v="943" actId="2696"/>
        <pc:sldMkLst>
          <pc:docMk/>
          <pc:sldMk cId="926825728" sldId="279"/>
        </pc:sldMkLst>
      </pc:sldChg>
      <pc:sldChg chg="modSp new del mod">
        <pc:chgData name="Vatsal Anand" userId="e8521d6db9fbdb01" providerId="LiveId" clId="{08B15D28-034E-47D3-BE26-E20A4583CFCF}" dt="2025-05-21T19:33:17.871" v="941" actId="2696"/>
        <pc:sldMkLst>
          <pc:docMk/>
          <pc:sldMk cId="2498108378" sldId="279"/>
        </pc:sldMkLst>
        <pc:spChg chg="mod">
          <ac:chgData name="Vatsal Anand" userId="e8521d6db9fbdb01" providerId="LiveId" clId="{08B15D28-034E-47D3-BE26-E20A4583CFCF}" dt="2025-05-21T19:33:08.263" v="940" actId="21"/>
          <ac:spMkLst>
            <pc:docMk/>
            <pc:sldMk cId="2498108378" sldId="279"/>
            <ac:spMk id="3" creationId="{914B9431-450E-7B22-CD09-4664E786813F}"/>
          </ac:spMkLst>
        </pc:spChg>
      </pc:sldChg>
      <pc:sldChg chg="modSp new mod">
        <pc:chgData name="Vatsal Anand" userId="e8521d6db9fbdb01" providerId="LiveId" clId="{08B15D28-034E-47D3-BE26-E20A4583CFCF}" dt="2025-05-21T19:59:42.765" v="1144" actId="14100"/>
        <pc:sldMkLst>
          <pc:docMk/>
          <pc:sldMk cId="3079092701" sldId="279"/>
        </pc:sldMkLst>
        <pc:spChg chg="mod">
          <ac:chgData name="Vatsal Anand" userId="e8521d6db9fbdb01" providerId="LiveId" clId="{08B15D28-034E-47D3-BE26-E20A4583CFCF}" dt="2025-05-21T19:35:41.245" v="1030" actId="20577"/>
          <ac:spMkLst>
            <pc:docMk/>
            <pc:sldMk cId="3079092701" sldId="279"/>
            <ac:spMk id="2" creationId="{FEF20C5F-AF3A-FAD2-CBB2-CA2AFE034DB0}"/>
          </ac:spMkLst>
        </pc:spChg>
        <pc:spChg chg="mod">
          <ac:chgData name="Vatsal Anand" userId="e8521d6db9fbdb01" providerId="LiveId" clId="{08B15D28-034E-47D3-BE26-E20A4583CFCF}" dt="2025-05-21T19:59:42.765" v="1144" actId="14100"/>
          <ac:spMkLst>
            <pc:docMk/>
            <pc:sldMk cId="3079092701" sldId="279"/>
            <ac:spMk id="3" creationId="{DCB0437F-BEF1-E47C-9184-6E2D0BA14A79}"/>
          </ac:spMkLst>
        </pc:spChg>
        <pc:spChg chg="mod">
          <ac:chgData name="Vatsal Anand" userId="e8521d6db9fbdb01" providerId="LiveId" clId="{08B15D28-034E-47D3-BE26-E20A4583CFCF}" dt="2025-05-21T19:58:48.554" v="1142" actId="1076"/>
          <ac:spMkLst>
            <pc:docMk/>
            <pc:sldMk cId="3079092701" sldId="279"/>
            <ac:spMk id="4" creationId="{61CF6369-C4B1-0671-9524-616D93149FA8}"/>
          </ac:spMkLst>
        </pc:spChg>
      </pc:sldChg>
      <pc:sldChg chg="addSp modSp new mod">
        <pc:chgData name="Vatsal Anand" userId="e8521d6db9fbdb01" providerId="LiveId" clId="{08B15D28-034E-47D3-BE26-E20A4583CFCF}" dt="2025-05-22T08:21:07.179" v="1176" actId="20577"/>
        <pc:sldMkLst>
          <pc:docMk/>
          <pc:sldMk cId="2293464872" sldId="280"/>
        </pc:sldMkLst>
        <pc:spChg chg="mod">
          <ac:chgData name="Vatsal Anand" userId="e8521d6db9fbdb01" providerId="LiveId" clId="{08B15D28-034E-47D3-BE26-E20A4583CFCF}" dt="2025-05-21T20:05:06.764" v="1165" actId="20577"/>
          <ac:spMkLst>
            <pc:docMk/>
            <pc:sldMk cId="2293464872" sldId="280"/>
            <ac:spMk id="2" creationId="{0D495B83-8379-EBBF-86F5-33F115AAAD4A}"/>
          </ac:spMkLst>
        </pc:spChg>
        <pc:spChg chg="mod">
          <ac:chgData name="Vatsal Anand" userId="e8521d6db9fbdb01" providerId="LiveId" clId="{08B15D28-034E-47D3-BE26-E20A4583CFCF}" dt="2025-05-22T08:21:07.179" v="1176" actId="20577"/>
          <ac:spMkLst>
            <pc:docMk/>
            <pc:sldMk cId="2293464872" sldId="280"/>
            <ac:spMk id="3" creationId="{F53CB0BB-2A52-CEAE-F52C-AE04991DAA8F}"/>
          </ac:spMkLst>
        </pc:spChg>
        <pc:picChg chg="add mod">
          <ac:chgData name="Vatsal Anand" userId="e8521d6db9fbdb01" providerId="LiveId" clId="{08B15D28-034E-47D3-BE26-E20A4583CFCF}" dt="2025-05-22T08:20:56.630" v="1174" actId="1076"/>
          <ac:picMkLst>
            <pc:docMk/>
            <pc:sldMk cId="2293464872" sldId="280"/>
            <ac:picMk id="5" creationId="{49AA94A1-7001-4DB6-05BF-53E600CC89AF}"/>
          </ac:picMkLst>
        </pc:picChg>
      </pc:sldChg>
      <pc:sldChg chg="addSp delSp modSp new del mod chgLayout">
        <pc:chgData name="Vatsal Anand" userId="e8521d6db9fbdb01" providerId="LiveId" clId="{08B15D28-034E-47D3-BE26-E20A4583CFCF}" dt="2025-05-21T20:04:56.700" v="1154" actId="2696"/>
        <pc:sldMkLst>
          <pc:docMk/>
          <pc:sldMk cId="3885599484" sldId="280"/>
        </pc:sldMkLst>
        <pc:spChg chg="del">
          <ac:chgData name="Vatsal Anand" userId="e8521d6db9fbdb01" providerId="LiveId" clId="{08B15D28-034E-47D3-BE26-E20A4583CFCF}" dt="2025-05-21T20:04:53.976" v="1153" actId="6264"/>
          <ac:spMkLst>
            <pc:docMk/>
            <pc:sldMk cId="3885599484" sldId="280"/>
            <ac:spMk id="2" creationId="{A6AAC12D-871F-B931-70F5-3CF7C5E4C507}"/>
          </ac:spMkLst>
        </pc:spChg>
        <pc:spChg chg="del">
          <ac:chgData name="Vatsal Anand" userId="e8521d6db9fbdb01" providerId="LiveId" clId="{08B15D28-034E-47D3-BE26-E20A4583CFCF}" dt="2025-05-21T20:04:53.976" v="1153" actId="6264"/>
          <ac:spMkLst>
            <pc:docMk/>
            <pc:sldMk cId="3885599484" sldId="280"/>
            <ac:spMk id="3" creationId="{1297C262-4D12-5A4B-5756-AD8CE83BF5FF}"/>
          </ac:spMkLst>
        </pc:spChg>
        <pc:spChg chg="del">
          <ac:chgData name="Vatsal Anand" userId="e8521d6db9fbdb01" providerId="LiveId" clId="{08B15D28-034E-47D3-BE26-E20A4583CFCF}" dt="2025-05-21T20:04:53.976" v="1153" actId="6264"/>
          <ac:spMkLst>
            <pc:docMk/>
            <pc:sldMk cId="3885599484" sldId="280"/>
            <ac:spMk id="4" creationId="{A670D7BF-2CD9-CAFA-9B81-6C1B5EDC7F5E}"/>
          </ac:spMkLst>
        </pc:spChg>
        <pc:spChg chg="add mod ord">
          <ac:chgData name="Vatsal Anand" userId="e8521d6db9fbdb01" providerId="LiveId" clId="{08B15D28-034E-47D3-BE26-E20A4583CFCF}" dt="2025-05-21T20:04:53.976" v="1153" actId="6264"/>
          <ac:spMkLst>
            <pc:docMk/>
            <pc:sldMk cId="3885599484" sldId="280"/>
            <ac:spMk id="5" creationId="{DDC640FC-4C7B-F98D-51C1-E6BFD3CB16F9}"/>
          </ac:spMkLst>
        </pc:spChg>
        <pc:spChg chg="add mod ord">
          <ac:chgData name="Vatsal Anand" userId="e8521d6db9fbdb01" providerId="LiveId" clId="{08B15D28-034E-47D3-BE26-E20A4583CFCF}" dt="2025-05-21T20:04:53.976" v="1153" actId="6264"/>
          <ac:spMkLst>
            <pc:docMk/>
            <pc:sldMk cId="3885599484" sldId="280"/>
            <ac:spMk id="6" creationId="{79035254-477B-1D1D-8D25-82C8F9FD250F}"/>
          </ac:spMkLst>
        </pc:spChg>
        <pc:spChg chg="add mod ord">
          <ac:chgData name="Vatsal Anand" userId="e8521d6db9fbdb01" providerId="LiveId" clId="{08B15D28-034E-47D3-BE26-E20A4583CFCF}" dt="2025-05-21T20:04:53.976" v="1153" actId="6264"/>
          <ac:spMkLst>
            <pc:docMk/>
            <pc:sldMk cId="3885599484" sldId="280"/>
            <ac:spMk id="7" creationId="{1BFC188F-33B7-881C-1475-43C8184DA683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650"/>
              </a:lnSpc>
            </a:pPr>
            <a:r>
              <a:rPr spc="-10" dirty="0"/>
              <a:t>14-05-</a:t>
            </a:r>
            <a:r>
              <a:rPr spc="-20" dirty="0"/>
              <a:t>2025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36525">
              <a:lnSpc>
                <a:spcPts val="165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650"/>
              </a:lnSpc>
            </a:pPr>
            <a:r>
              <a:rPr spc="-10" dirty="0"/>
              <a:t>14-05-</a:t>
            </a:r>
            <a:r>
              <a:rPr spc="-20" dirty="0"/>
              <a:t>2025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36525">
              <a:lnSpc>
                <a:spcPts val="165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650"/>
              </a:lnSpc>
            </a:pPr>
            <a:r>
              <a:rPr spc="-10" dirty="0"/>
              <a:t>14-05-</a:t>
            </a:r>
            <a:r>
              <a:rPr spc="-20" dirty="0"/>
              <a:t>2025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36525">
              <a:lnSpc>
                <a:spcPts val="165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650"/>
              </a:lnSpc>
            </a:pPr>
            <a:r>
              <a:rPr spc="-10" dirty="0"/>
              <a:t>14-05-</a:t>
            </a:r>
            <a:r>
              <a:rPr spc="-20" dirty="0"/>
              <a:t>2025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36525">
              <a:lnSpc>
                <a:spcPts val="165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650"/>
              </a:lnSpc>
            </a:pPr>
            <a:r>
              <a:rPr spc="-10" dirty="0"/>
              <a:t>14-05-</a:t>
            </a:r>
            <a:r>
              <a:rPr spc="-20" dirty="0"/>
              <a:t>2025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36525">
              <a:lnSpc>
                <a:spcPts val="165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6272619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381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88010" y="222250"/>
            <a:ext cx="8785047" cy="632333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188010" y="222250"/>
            <a:ext cx="8785225" cy="632460"/>
          </a:xfrm>
          <a:custGeom>
            <a:avLst/>
            <a:gdLst/>
            <a:ahLst/>
            <a:cxnLst/>
            <a:rect l="l" t="t" r="r" b="b"/>
            <a:pathLst>
              <a:path w="8785225" h="632460">
                <a:moveTo>
                  <a:pt x="0" y="105282"/>
                </a:moveTo>
                <a:lnTo>
                  <a:pt x="8281" y="64293"/>
                </a:lnTo>
                <a:lnTo>
                  <a:pt x="30867" y="30829"/>
                </a:lnTo>
                <a:lnTo>
                  <a:pt x="64368" y="8270"/>
                </a:lnTo>
                <a:lnTo>
                  <a:pt x="105397" y="0"/>
                </a:lnTo>
                <a:lnTo>
                  <a:pt x="8679637" y="0"/>
                </a:lnTo>
                <a:lnTo>
                  <a:pt x="8720699" y="8270"/>
                </a:lnTo>
                <a:lnTo>
                  <a:pt x="8754202" y="30829"/>
                </a:lnTo>
                <a:lnTo>
                  <a:pt x="8776774" y="64293"/>
                </a:lnTo>
                <a:lnTo>
                  <a:pt x="8785047" y="105282"/>
                </a:lnTo>
                <a:lnTo>
                  <a:pt x="8785047" y="526923"/>
                </a:lnTo>
                <a:lnTo>
                  <a:pt x="8776774" y="567932"/>
                </a:lnTo>
                <a:lnTo>
                  <a:pt x="8754202" y="601440"/>
                </a:lnTo>
                <a:lnTo>
                  <a:pt x="8720699" y="624042"/>
                </a:lnTo>
                <a:lnTo>
                  <a:pt x="8679637" y="632333"/>
                </a:lnTo>
                <a:lnTo>
                  <a:pt x="105397" y="632333"/>
                </a:lnTo>
                <a:lnTo>
                  <a:pt x="64368" y="624042"/>
                </a:lnTo>
                <a:lnTo>
                  <a:pt x="30867" y="601440"/>
                </a:lnTo>
                <a:lnTo>
                  <a:pt x="8281" y="567932"/>
                </a:lnTo>
                <a:lnTo>
                  <a:pt x="0" y="526923"/>
                </a:lnTo>
                <a:lnTo>
                  <a:pt x="0" y="105282"/>
                </a:lnTo>
                <a:close/>
              </a:path>
            </a:pathLst>
          </a:custGeom>
          <a:ln w="9525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97586" y="211963"/>
            <a:ext cx="8548827" cy="574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61518" y="1058602"/>
            <a:ext cx="8620963" cy="3110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266801" y="6438518"/>
            <a:ext cx="935990" cy="2247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650"/>
              </a:lnSpc>
            </a:pPr>
            <a:r>
              <a:rPr spc="-10" dirty="0"/>
              <a:t>14-05-</a:t>
            </a:r>
            <a:r>
              <a:rPr spc="-20" dirty="0"/>
              <a:t>2025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629522" y="6440042"/>
            <a:ext cx="287654" cy="2247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36525">
              <a:lnSpc>
                <a:spcPts val="165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://www.raspberrypi.org/blog/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55015" y="795272"/>
            <a:ext cx="8651240" cy="1478280"/>
            <a:chOff x="260413" y="894143"/>
            <a:chExt cx="8651240" cy="147828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5175" y="898905"/>
              <a:ext cx="8641207" cy="1468755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265175" y="898905"/>
              <a:ext cx="8641715" cy="1468755"/>
            </a:xfrm>
            <a:custGeom>
              <a:avLst/>
              <a:gdLst/>
              <a:ahLst/>
              <a:cxnLst/>
              <a:rect l="l" t="t" r="r" b="b"/>
              <a:pathLst>
                <a:path w="8641715" h="1468755">
                  <a:moveTo>
                    <a:pt x="0" y="149733"/>
                  </a:moveTo>
                  <a:lnTo>
                    <a:pt x="7632" y="102412"/>
                  </a:lnTo>
                  <a:lnTo>
                    <a:pt x="28887" y="61310"/>
                  </a:lnTo>
                  <a:lnTo>
                    <a:pt x="61299" y="28895"/>
                  </a:lnTo>
                  <a:lnTo>
                    <a:pt x="102403" y="7635"/>
                  </a:lnTo>
                  <a:lnTo>
                    <a:pt x="149733" y="0"/>
                  </a:lnTo>
                  <a:lnTo>
                    <a:pt x="8491474" y="0"/>
                  </a:lnTo>
                  <a:lnTo>
                    <a:pt x="8538794" y="7635"/>
                  </a:lnTo>
                  <a:lnTo>
                    <a:pt x="8579896" y="28895"/>
                  </a:lnTo>
                  <a:lnTo>
                    <a:pt x="8612311" y="61310"/>
                  </a:lnTo>
                  <a:lnTo>
                    <a:pt x="8633571" y="102412"/>
                  </a:lnTo>
                  <a:lnTo>
                    <a:pt x="8641207" y="149733"/>
                  </a:lnTo>
                  <a:lnTo>
                    <a:pt x="8641207" y="1319022"/>
                  </a:lnTo>
                  <a:lnTo>
                    <a:pt x="8633571" y="1366342"/>
                  </a:lnTo>
                  <a:lnTo>
                    <a:pt x="8612311" y="1407444"/>
                  </a:lnTo>
                  <a:lnTo>
                    <a:pt x="8579896" y="1439859"/>
                  </a:lnTo>
                  <a:lnTo>
                    <a:pt x="8538794" y="1461119"/>
                  </a:lnTo>
                  <a:lnTo>
                    <a:pt x="8491474" y="1468755"/>
                  </a:lnTo>
                  <a:lnTo>
                    <a:pt x="149733" y="1468755"/>
                  </a:lnTo>
                  <a:lnTo>
                    <a:pt x="102403" y="1461119"/>
                  </a:lnTo>
                  <a:lnTo>
                    <a:pt x="61299" y="1439859"/>
                  </a:lnTo>
                  <a:lnTo>
                    <a:pt x="28887" y="1407444"/>
                  </a:lnTo>
                  <a:lnTo>
                    <a:pt x="7632" y="1366342"/>
                  </a:lnTo>
                  <a:lnTo>
                    <a:pt x="0" y="1319022"/>
                  </a:lnTo>
                  <a:lnTo>
                    <a:pt x="0" y="149733"/>
                  </a:lnTo>
                  <a:close/>
                </a:path>
              </a:pathLst>
            </a:custGeom>
            <a:ln w="9525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790826" y="16255"/>
            <a:ext cx="5590540" cy="4648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850" dirty="0">
                <a:solidFill>
                  <a:srgbClr val="FF0000"/>
                </a:solidFill>
                <a:latin typeface="Calibri"/>
                <a:cs typeface="Calibri"/>
              </a:rPr>
              <a:t>Applied</a:t>
            </a:r>
            <a:r>
              <a:rPr sz="2850" spc="8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50" dirty="0">
                <a:solidFill>
                  <a:srgbClr val="FF0000"/>
                </a:solidFill>
                <a:latin typeface="Calibri"/>
                <a:cs typeface="Calibri"/>
              </a:rPr>
              <a:t>Internet</a:t>
            </a:r>
            <a:r>
              <a:rPr sz="2850" spc="8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50" dirty="0">
                <a:solidFill>
                  <a:srgbClr val="FF0000"/>
                </a:solidFill>
                <a:latin typeface="Calibri"/>
                <a:cs typeface="Calibri"/>
              </a:rPr>
              <a:t>of</a:t>
            </a:r>
            <a:r>
              <a:rPr sz="2850" spc="7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50" dirty="0">
                <a:solidFill>
                  <a:srgbClr val="FF0000"/>
                </a:solidFill>
                <a:latin typeface="Calibri"/>
                <a:cs typeface="Calibri"/>
              </a:rPr>
              <a:t>Things(CSE</a:t>
            </a:r>
            <a:r>
              <a:rPr sz="2850" spc="7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50" spc="-10" dirty="0">
                <a:solidFill>
                  <a:srgbClr val="FF0000"/>
                </a:solidFill>
                <a:latin typeface="Calibri"/>
                <a:cs typeface="Calibri"/>
              </a:rPr>
              <a:t>2198)</a:t>
            </a:r>
            <a:endParaRPr sz="285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67308" y="420116"/>
            <a:ext cx="7835265" cy="18522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algn="ctr">
              <a:lnSpc>
                <a:spcPts val="2465"/>
              </a:lnSpc>
              <a:spcBef>
                <a:spcPts val="135"/>
              </a:spcBef>
            </a:pPr>
            <a:r>
              <a:rPr sz="2400" dirty="0">
                <a:latin typeface="Calibri"/>
                <a:cs typeface="Calibri"/>
              </a:rPr>
              <a:t>Project</a:t>
            </a:r>
            <a:r>
              <a:rPr sz="2400" spc="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Presentation</a:t>
            </a:r>
            <a:r>
              <a:rPr sz="2400" spc="4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on</a:t>
            </a:r>
            <a:endParaRPr sz="2400" dirty="0">
              <a:latin typeface="Calibri"/>
              <a:cs typeface="Calibri"/>
            </a:endParaRPr>
          </a:p>
          <a:p>
            <a:pPr marL="1270" algn="ctr">
              <a:lnSpc>
                <a:spcPts val="6005"/>
              </a:lnSpc>
            </a:pPr>
            <a:r>
              <a:rPr lang="en-US" sz="5400" b="1" spc="-10" dirty="0">
                <a:latin typeface="Calibri"/>
                <a:cs typeface="Calibri"/>
              </a:rPr>
              <a:t> </a:t>
            </a:r>
            <a:r>
              <a:rPr lang="en-US" sz="5400" b="1" spc="-10" dirty="0" smtClean="0">
                <a:latin typeface="Calibri"/>
                <a:cs typeface="Calibri"/>
              </a:rPr>
              <a:t> </a:t>
            </a:r>
            <a:r>
              <a:rPr sz="2600" b="1" dirty="0" smtClean="0">
                <a:latin typeface="Calibri"/>
                <a:cs typeface="Calibri"/>
              </a:rPr>
              <a:t>Intelligent </a:t>
            </a:r>
            <a:r>
              <a:rPr sz="2600" b="1" dirty="0">
                <a:latin typeface="Calibri"/>
                <a:cs typeface="Calibri"/>
              </a:rPr>
              <a:t>Home</a:t>
            </a:r>
            <a:r>
              <a:rPr sz="2600" b="1" spc="-45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Automation</a:t>
            </a:r>
            <a:r>
              <a:rPr sz="2600" b="1" spc="-35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System</a:t>
            </a:r>
            <a:r>
              <a:rPr sz="2600" b="1" spc="-35" dirty="0">
                <a:latin typeface="Calibri"/>
                <a:cs typeface="Calibri"/>
              </a:rPr>
              <a:t> </a:t>
            </a:r>
            <a:r>
              <a:rPr sz="2600" b="1" spc="-10" dirty="0">
                <a:latin typeface="Calibri"/>
                <a:cs typeface="Calibri"/>
              </a:rPr>
              <a:t>Using</a:t>
            </a:r>
            <a:endParaRPr sz="2600" dirty="0">
              <a:latin typeface="Calibri"/>
              <a:cs typeface="Calibri"/>
            </a:endParaRPr>
          </a:p>
          <a:p>
            <a:pPr marL="12065" marR="5080" algn="ctr">
              <a:lnSpc>
                <a:spcPts val="2820"/>
              </a:lnSpc>
              <a:spcBef>
                <a:spcPts val="280"/>
              </a:spcBef>
            </a:pPr>
            <a:r>
              <a:rPr sz="2600" b="1" dirty="0">
                <a:latin typeface="Calibri"/>
                <a:cs typeface="Calibri"/>
              </a:rPr>
              <a:t>Hand</a:t>
            </a:r>
            <a:r>
              <a:rPr sz="2600" b="1" spc="-55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Gesture</a:t>
            </a:r>
            <a:r>
              <a:rPr sz="2600" b="1" spc="-45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Recognition</a:t>
            </a:r>
            <a:r>
              <a:rPr sz="2600" b="1" spc="-65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and</a:t>
            </a:r>
            <a:r>
              <a:rPr sz="2600" b="1" spc="-40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Raspberry</a:t>
            </a:r>
            <a:r>
              <a:rPr sz="2600" b="1" spc="-35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Pi</a:t>
            </a:r>
            <a:r>
              <a:rPr sz="2600" b="1" spc="-60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for</a:t>
            </a:r>
            <a:r>
              <a:rPr sz="2600" b="1" spc="-60" dirty="0">
                <a:latin typeface="Calibri"/>
                <a:cs typeface="Calibri"/>
              </a:rPr>
              <a:t> </a:t>
            </a:r>
            <a:r>
              <a:rPr sz="2600" b="1" spc="-10" dirty="0">
                <a:latin typeface="Calibri"/>
                <a:cs typeface="Calibri"/>
              </a:rPr>
              <a:t>Seamless Control.</a:t>
            </a:r>
            <a:endParaRPr sz="2600" dirty="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3746" y="2483509"/>
            <a:ext cx="3480435" cy="14312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ctr">
              <a:lnSpc>
                <a:spcPct val="109900"/>
              </a:lnSpc>
              <a:spcBef>
                <a:spcPts val="95"/>
              </a:spcBef>
            </a:pPr>
            <a:r>
              <a:rPr sz="2800" b="1" spc="-10" dirty="0">
                <a:solidFill>
                  <a:srgbClr val="FF0000"/>
                </a:solidFill>
                <a:latin typeface="Palatino Linotype"/>
                <a:cs typeface="Palatino Linotype"/>
              </a:rPr>
              <a:t>Supervisor </a:t>
            </a:r>
            <a:r>
              <a:rPr sz="2800" b="1" dirty="0">
                <a:latin typeface="Palatino Linotype"/>
                <a:cs typeface="Palatino Linotype"/>
              </a:rPr>
              <a:t>Biswaranjan</a:t>
            </a:r>
            <a:r>
              <a:rPr sz="2800" b="1" spc="-40" dirty="0">
                <a:latin typeface="Palatino Linotype"/>
                <a:cs typeface="Palatino Linotype"/>
              </a:rPr>
              <a:t> </a:t>
            </a:r>
            <a:r>
              <a:rPr sz="2800" b="1" spc="-10" dirty="0">
                <a:latin typeface="Palatino Linotype"/>
                <a:cs typeface="Palatino Linotype"/>
              </a:rPr>
              <a:t>Swain </a:t>
            </a:r>
            <a:r>
              <a:rPr sz="2800" b="1" dirty="0">
                <a:latin typeface="Palatino Linotype"/>
                <a:cs typeface="Palatino Linotype"/>
              </a:rPr>
              <a:t>Bhanja</a:t>
            </a:r>
            <a:r>
              <a:rPr sz="2800" b="1" spc="-35" dirty="0">
                <a:latin typeface="Palatino Linotype"/>
                <a:cs typeface="Palatino Linotype"/>
              </a:rPr>
              <a:t> </a:t>
            </a:r>
            <a:r>
              <a:rPr sz="2800" b="1" dirty="0">
                <a:latin typeface="Palatino Linotype"/>
                <a:cs typeface="Palatino Linotype"/>
              </a:rPr>
              <a:t>Kishor</a:t>
            </a:r>
            <a:r>
              <a:rPr sz="2800" b="1" spc="-30" dirty="0">
                <a:latin typeface="Palatino Linotype"/>
                <a:cs typeface="Palatino Linotype"/>
              </a:rPr>
              <a:t> </a:t>
            </a:r>
            <a:r>
              <a:rPr sz="2800" b="1" spc="-10" dirty="0">
                <a:latin typeface="Palatino Linotype"/>
                <a:cs typeface="Palatino Linotype"/>
              </a:rPr>
              <a:t>Swain</a:t>
            </a:r>
            <a:endParaRPr sz="2800" dirty="0">
              <a:latin typeface="Palatino Linotype"/>
              <a:cs typeface="Palatino Linotype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662498" y="2980569"/>
            <a:ext cx="2930525" cy="934230"/>
          </a:xfrm>
          <a:prstGeom prst="rect">
            <a:avLst/>
          </a:prstGeom>
        </p:spPr>
        <p:txBody>
          <a:bodyPr vert="horz" wrap="square" lIns="0" tIns="102235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805"/>
              </a:spcBef>
            </a:pPr>
            <a:r>
              <a:rPr sz="2400" b="1" dirty="0">
                <a:solidFill>
                  <a:srgbClr val="FF0000"/>
                </a:solidFill>
                <a:latin typeface="Palatino Linotype"/>
                <a:cs typeface="Palatino Linotype"/>
              </a:rPr>
              <a:t>Presented</a:t>
            </a:r>
            <a:r>
              <a:rPr sz="2400" b="1" spc="-10" dirty="0">
                <a:solidFill>
                  <a:srgbClr val="FF0000"/>
                </a:solidFill>
                <a:latin typeface="Palatino Linotype"/>
                <a:cs typeface="Palatino Linotype"/>
              </a:rPr>
              <a:t> </a:t>
            </a:r>
            <a:r>
              <a:rPr sz="2400" b="1" spc="-25" dirty="0">
                <a:solidFill>
                  <a:srgbClr val="FF0000"/>
                </a:solidFill>
                <a:latin typeface="Palatino Linotype"/>
                <a:cs typeface="Palatino Linotype"/>
              </a:rPr>
              <a:t>by</a:t>
            </a:r>
            <a:endParaRPr sz="2400" dirty="0">
              <a:latin typeface="Palatino Linotype"/>
              <a:cs typeface="Palatino Linotype"/>
            </a:endParaRPr>
          </a:p>
          <a:p>
            <a:pPr marL="12700" marR="5080" indent="-1270" algn="ctr">
              <a:lnSpc>
                <a:spcPct val="124600"/>
              </a:lnSpc>
            </a:pPr>
            <a:r>
              <a:rPr sz="2400" spc="65" dirty="0" err="1" smtClean="0">
                <a:latin typeface="Cambria"/>
                <a:cs typeface="Cambria"/>
              </a:rPr>
              <a:t>Ashutosh</a:t>
            </a:r>
            <a:r>
              <a:rPr sz="2400" spc="90" dirty="0" smtClean="0">
                <a:latin typeface="Cambria"/>
                <a:cs typeface="Cambria"/>
              </a:rPr>
              <a:t> </a:t>
            </a:r>
            <a:r>
              <a:rPr sz="2400" spc="-10" dirty="0" err="1" smtClean="0">
                <a:latin typeface="Cambria"/>
                <a:cs typeface="Cambria"/>
              </a:rPr>
              <a:t>Baliarsingh</a:t>
            </a:r>
            <a:endParaRPr sz="2400" dirty="0">
              <a:latin typeface="Cambria"/>
              <a:cs typeface="Cambria"/>
            </a:endParaRPr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657472" y="2586608"/>
            <a:ext cx="1847850" cy="1847214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260413" y="4777549"/>
            <a:ext cx="8650605" cy="1840864"/>
            <a:chOff x="260413" y="4777549"/>
            <a:chExt cx="8650605" cy="1840864"/>
          </a:xfrm>
        </p:grpSpPr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5175" y="4782311"/>
              <a:ext cx="8641080" cy="1830857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265175" y="4782311"/>
              <a:ext cx="8641080" cy="1831339"/>
            </a:xfrm>
            <a:custGeom>
              <a:avLst/>
              <a:gdLst/>
              <a:ahLst/>
              <a:cxnLst/>
              <a:rect l="l" t="t" r="r" b="b"/>
              <a:pathLst>
                <a:path w="8641080" h="1831340">
                  <a:moveTo>
                    <a:pt x="0" y="305181"/>
                  </a:moveTo>
                  <a:lnTo>
                    <a:pt x="3994" y="255683"/>
                  </a:lnTo>
                  <a:lnTo>
                    <a:pt x="15557" y="208727"/>
                  </a:lnTo>
                  <a:lnTo>
                    <a:pt x="34061" y="164940"/>
                  </a:lnTo>
                  <a:lnTo>
                    <a:pt x="58878" y="124952"/>
                  </a:lnTo>
                  <a:lnTo>
                    <a:pt x="89379" y="89392"/>
                  </a:lnTo>
                  <a:lnTo>
                    <a:pt x="124936" y="58887"/>
                  </a:lnTo>
                  <a:lnTo>
                    <a:pt x="164920" y="34067"/>
                  </a:lnTo>
                  <a:lnTo>
                    <a:pt x="208704" y="15560"/>
                  </a:lnTo>
                  <a:lnTo>
                    <a:pt x="255658" y="3994"/>
                  </a:lnTo>
                  <a:lnTo>
                    <a:pt x="305155" y="0"/>
                  </a:lnTo>
                  <a:lnTo>
                    <a:pt x="8335899" y="0"/>
                  </a:lnTo>
                  <a:lnTo>
                    <a:pt x="8385396" y="3994"/>
                  </a:lnTo>
                  <a:lnTo>
                    <a:pt x="8432352" y="15560"/>
                  </a:lnTo>
                  <a:lnTo>
                    <a:pt x="8476139" y="34067"/>
                  </a:lnTo>
                  <a:lnTo>
                    <a:pt x="8516127" y="58887"/>
                  </a:lnTo>
                  <a:lnTo>
                    <a:pt x="8551687" y="89392"/>
                  </a:lnTo>
                  <a:lnTo>
                    <a:pt x="8582192" y="124952"/>
                  </a:lnTo>
                  <a:lnTo>
                    <a:pt x="8607012" y="164940"/>
                  </a:lnTo>
                  <a:lnTo>
                    <a:pt x="8625519" y="208727"/>
                  </a:lnTo>
                  <a:lnTo>
                    <a:pt x="8637085" y="255683"/>
                  </a:lnTo>
                  <a:lnTo>
                    <a:pt x="8641080" y="305181"/>
                  </a:lnTo>
                  <a:lnTo>
                    <a:pt x="8641080" y="1525714"/>
                  </a:lnTo>
                  <a:lnTo>
                    <a:pt x="8637085" y="1575211"/>
                  </a:lnTo>
                  <a:lnTo>
                    <a:pt x="8625519" y="1622164"/>
                  </a:lnTo>
                  <a:lnTo>
                    <a:pt x="8607012" y="1665946"/>
                  </a:lnTo>
                  <a:lnTo>
                    <a:pt x="8582192" y="1705929"/>
                  </a:lnTo>
                  <a:lnTo>
                    <a:pt x="8551687" y="1741484"/>
                  </a:lnTo>
                  <a:lnTo>
                    <a:pt x="8516127" y="1771983"/>
                  </a:lnTo>
                  <a:lnTo>
                    <a:pt x="8476139" y="1796798"/>
                  </a:lnTo>
                  <a:lnTo>
                    <a:pt x="8432352" y="1815301"/>
                  </a:lnTo>
                  <a:lnTo>
                    <a:pt x="8385396" y="1826863"/>
                  </a:lnTo>
                  <a:lnTo>
                    <a:pt x="8335899" y="1830857"/>
                  </a:lnTo>
                  <a:lnTo>
                    <a:pt x="305155" y="1830857"/>
                  </a:lnTo>
                  <a:lnTo>
                    <a:pt x="255658" y="1826863"/>
                  </a:lnTo>
                  <a:lnTo>
                    <a:pt x="208704" y="1815301"/>
                  </a:lnTo>
                  <a:lnTo>
                    <a:pt x="164920" y="1796798"/>
                  </a:lnTo>
                  <a:lnTo>
                    <a:pt x="124936" y="1771983"/>
                  </a:lnTo>
                  <a:lnTo>
                    <a:pt x="89379" y="1741484"/>
                  </a:lnTo>
                  <a:lnTo>
                    <a:pt x="58878" y="1705929"/>
                  </a:lnTo>
                  <a:lnTo>
                    <a:pt x="34061" y="1665946"/>
                  </a:lnTo>
                  <a:lnTo>
                    <a:pt x="15557" y="1622164"/>
                  </a:lnTo>
                  <a:lnTo>
                    <a:pt x="3994" y="1575211"/>
                  </a:lnTo>
                  <a:lnTo>
                    <a:pt x="0" y="1525714"/>
                  </a:lnTo>
                  <a:lnTo>
                    <a:pt x="0" y="305181"/>
                  </a:lnTo>
                  <a:close/>
                </a:path>
              </a:pathLst>
            </a:custGeom>
            <a:ln w="9524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576783" y="4911978"/>
            <a:ext cx="8016240" cy="1565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" algn="ctr">
              <a:lnSpc>
                <a:spcPts val="2250"/>
              </a:lnSpc>
              <a:spcBef>
                <a:spcPts val="100"/>
              </a:spcBef>
            </a:pPr>
            <a:r>
              <a:rPr sz="2000" dirty="0">
                <a:latin typeface="Calibri"/>
                <a:cs typeface="Calibri"/>
              </a:rPr>
              <a:t>Department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Computer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Science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Engineering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(IOT)</a:t>
            </a:r>
            <a:endParaRPr sz="2000">
              <a:latin typeface="Calibri"/>
              <a:cs typeface="Calibri"/>
            </a:endParaRPr>
          </a:p>
          <a:p>
            <a:pPr marL="2540" algn="ctr">
              <a:lnSpc>
                <a:spcPts val="2730"/>
              </a:lnSpc>
            </a:pPr>
            <a:r>
              <a:rPr sz="2400" b="1" dirty="0">
                <a:latin typeface="Calibri"/>
                <a:cs typeface="Calibri"/>
              </a:rPr>
              <a:t>Institute</a:t>
            </a:r>
            <a:r>
              <a:rPr sz="2400" b="1" spc="-2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of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Technical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Education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&amp;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Research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(FET)</a:t>
            </a:r>
            <a:endParaRPr sz="2400">
              <a:latin typeface="Calibri"/>
              <a:cs typeface="Calibri"/>
            </a:endParaRPr>
          </a:p>
          <a:p>
            <a:pPr algn="ctr">
              <a:lnSpc>
                <a:spcPts val="2780"/>
              </a:lnSpc>
              <a:spcBef>
                <a:spcPts val="2310"/>
              </a:spcBef>
            </a:pPr>
            <a:r>
              <a:rPr sz="2400" b="1" dirty="0">
                <a:latin typeface="Calibri"/>
                <a:cs typeface="Calibri"/>
              </a:rPr>
              <a:t>Siksha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‘O’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Anusandhan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Deemed</a:t>
            </a:r>
            <a:r>
              <a:rPr sz="2400" b="1" spc="-7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to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be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University,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Bhubaneswar</a:t>
            </a:r>
            <a:endParaRPr sz="2400">
              <a:latin typeface="Calibri"/>
              <a:cs typeface="Calibri"/>
            </a:endParaRPr>
          </a:p>
          <a:p>
            <a:pPr marL="2540" algn="ctr">
              <a:lnSpc>
                <a:spcPts val="2060"/>
              </a:lnSpc>
            </a:pPr>
            <a:r>
              <a:rPr sz="1800" dirty="0">
                <a:latin typeface="Calibri"/>
                <a:cs typeface="Calibri"/>
              </a:rPr>
              <a:t>May, </a:t>
            </a:r>
            <a:r>
              <a:rPr sz="1800" spc="-20" dirty="0">
                <a:latin typeface="Calibri"/>
                <a:cs typeface="Calibri"/>
              </a:rPr>
              <a:t>2025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Contents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0"/>
              </a:lnSpc>
            </a:pPr>
            <a:r>
              <a:rPr spc="-10" dirty="0"/>
              <a:t>14-05-</a:t>
            </a:r>
            <a:r>
              <a:rPr spc="-20" dirty="0"/>
              <a:t>2025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36525">
              <a:lnSpc>
                <a:spcPts val="1650"/>
              </a:lnSpc>
            </a:pPr>
            <a:fld id="{81D60167-4931-47E6-BA6A-407CBD079E47}" type="slidenum">
              <a:rPr spc="-50" dirty="0"/>
              <a:t>2</a:t>
            </a:fld>
            <a:endParaRPr spc="-50" dirty="0"/>
          </a:p>
        </p:txBody>
      </p:sp>
      <p:sp>
        <p:nvSpPr>
          <p:cNvPr id="3" name="object 3"/>
          <p:cNvSpPr txBox="1"/>
          <p:nvPr/>
        </p:nvSpPr>
        <p:spPr>
          <a:xfrm>
            <a:off x="266801" y="890291"/>
            <a:ext cx="8265159" cy="3602990"/>
          </a:xfrm>
          <a:prstGeom prst="rect">
            <a:avLst/>
          </a:prstGeom>
        </p:spPr>
        <p:txBody>
          <a:bodyPr vert="horz" wrap="square" lIns="0" tIns="96520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760"/>
              </a:spcBef>
              <a:buChar char="•"/>
              <a:tabLst>
                <a:tab pos="240029" algn="l"/>
              </a:tabLst>
            </a:pPr>
            <a:r>
              <a:rPr sz="2800" spc="-10" dirty="0">
                <a:latin typeface="Cambria"/>
                <a:cs typeface="Cambria"/>
              </a:rPr>
              <a:t>Introduction</a:t>
            </a:r>
            <a:endParaRPr sz="2800">
              <a:latin typeface="Cambria"/>
              <a:cs typeface="Cambria"/>
            </a:endParaRPr>
          </a:p>
          <a:p>
            <a:pPr marL="240029" indent="-227329">
              <a:lnSpc>
                <a:spcPct val="100000"/>
              </a:lnSpc>
              <a:spcBef>
                <a:spcPts val="660"/>
              </a:spcBef>
              <a:buChar char="•"/>
              <a:tabLst>
                <a:tab pos="240029" algn="l"/>
              </a:tabLst>
            </a:pPr>
            <a:r>
              <a:rPr sz="2800" dirty="0">
                <a:latin typeface="Cambria"/>
                <a:cs typeface="Cambria"/>
              </a:rPr>
              <a:t>Literature</a:t>
            </a:r>
            <a:r>
              <a:rPr sz="2800" spc="180" dirty="0">
                <a:latin typeface="Cambria"/>
                <a:cs typeface="Cambria"/>
              </a:rPr>
              <a:t> </a:t>
            </a:r>
            <a:r>
              <a:rPr sz="2800" spc="50" dirty="0">
                <a:latin typeface="Cambria"/>
                <a:cs typeface="Cambria"/>
              </a:rPr>
              <a:t>Survey</a:t>
            </a:r>
            <a:endParaRPr sz="2800">
              <a:latin typeface="Cambria"/>
              <a:cs typeface="Cambria"/>
            </a:endParaRPr>
          </a:p>
          <a:p>
            <a:pPr marL="240029" indent="-227329">
              <a:lnSpc>
                <a:spcPct val="100000"/>
              </a:lnSpc>
              <a:spcBef>
                <a:spcPts val="670"/>
              </a:spcBef>
              <a:buChar char="•"/>
              <a:tabLst>
                <a:tab pos="240029" algn="l"/>
              </a:tabLst>
            </a:pPr>
            <a:r>
              <a:rPr sz="2800" spc="80" dirty="0">
                <a:latin typeface="Cambria"/>
                <a:cs typeface="Cambria"/>
              </a:rPr>
              <a:t>Design</a:t>
            </a:r>
            <a:r>
              <a:rPr sz="2800" spc="95" dirty="0">
                <a:latin typeface="Cambria"/>
                <a:cs typeface="Cambria"/>
              </a:rPr>
              <a:t> </a:t>
            </a:r>
            <a:r>
              <a:rPr sz="2800" spc="-10" dirty="0">
                <a:latin typeface="Cambria"/>
                <a:cs typeface="Cambria"/>
              </a:rPr>
              <a:t>Scheme</a:t>
            </a:r>
            <a:endParaRPr sz="2800">
              <a:latin typeface="Cambria"/>
              <a:cs typeface="Cambria"/>
            </a:endParaRPr>
          </a:p>
          <a:p>
            <a:pPr marL="240029" indent="-227329">
              <a:lnSpc>
                <a:spcPct val="100000"/>
              </a:lnSpc>
              <a:spcBef>
                <a:spcPts val="660"/>
              </a:spcBef>
              <a:buChar char="•"/>
              <a:tabLst>
                <a:tab pos="240029" algn="l"/>
              </a:tabLst>
            </a:pPr>
            <a:r>
              <a:rPr sz="2800" dirty="0">
                <a:latin typeface="Cambria"/>
                <a:cs typeface="Cambria"/>
              </a:rPr>
              <a:t>Testing,</a:t>
            </a:r>
            <a:r>
              <a:rPr sz="2800" spc="175" dirty="0">
                <a:latin typeface="Cambria"/>
                <a:cs typeface="Cambria"/>
              </a:rPr>
              <a:t> </a:t>
            </a:r>
            <a:r>
              <a:rPr sz="2800" spc="85" dirty="0">
                <a:latin typeface="Cambria"/>
                <a:cs typeface="Cambria"/>
              </a:rPr>
              <a:t>Analysis,</a:t>
            </a:r>
            <a:r>
              <a:rPr sz="2800" spc="195" dirty="0">
                <a:latin typeface="Cambria"/>
                <a:cs typeface="Cambria"/>
              </a:rPr>
              <a:t> </a:t>
            </a:r>
            <a:r>
              <a:rPr sz="2800" spc="210" dirty="0">
                <a:latin typeface="Cambria"/>
                <a:cs typeface="Cambria"/>
              </a:rPr>
              <a:t>And</a:t>
            </a:r>
            <a:r>
              <a:rPr sz="2800" spc="185" dirty="0">
                <a:latin typeface="Cambria"/>
                <a:cs typeface="Cambria"/>
              </a:rPr>
              <a:t> </a:t>
            </a:r>
            <a:r>
              <a:rPr sz="2800" spc="45" dirty="0">
                <a:latin typeface="Cambria"/>
                <a:cs typeface="Cambria"/>
              </a:rPr>
              <a:t>Evaluation</a:t>
            </a:r>
            <a:endParaRPr sz="2800">
              <a:latin typeface="Cambria"/>
              <a:cs typeface="Cambria"/>
            </a:endParaRPr>
          </a:p>
          <a:p>
            <a:pPr marL="240029" indent="-227329">
              <a:lnSpc>
                <a:spcPct val="100000"/>
              </a:lnSpc>
              <a:spcBef>
                <a:spcPts val="665"/>
              </a:spcBef>
              <a:buChar char="•"/>
              <a:tabLst>
                <a:tab pos="240029" algn="l"/>
              </a:tabLst>
            </a:pPr>
            <a:r>
              <a:rPr sz="2800" dirty="0">
                <a:latin typeface="Cambria"/>
                <a:cs typeface="Cambria"/>
              </a:rPr>
              <a:t>Socio-economic</a:t>
            </a:r>
            <a:r>
              <a:rPr sz="2800" spc="180" dirty="0">
                <a:latin typeface="Cambria"/>
                <a:cs typeface="Cambria"/>
              </a:rPr>
              <a:t> </a:t>
            </a:r>
            <a:r>
              <a:rPr sz="2800" dirty="0">
                <a:latin typeface="Cambria"/>
                <a:cs typeface="Cambria"/>
              </a:rPr>
              <a:t>Issues</a:t>
            </a:r>
            <a:r>
              <a:rPr sz="2800" spc="170" dirty="0">
                <a:latin typeface="Cambria"/>
                <a:cs typeface="Cambria"/>
              </a:rPr>
              <a:t> </a:t>
            </a:r>
            <a:r>
              <a:rPr sz="2800" spc="55" dirty="0">
                <a:latin typeface="Cambria"/>
                <a:cs typeface="Cambria"/>
              </a:rPr>
              <a:t>Associated</a:t>
            </a:r>
            <a:r>
              <a:rPr sz="2800" spc="185" dirty="0">
                <a:latin typeface="Cambria"/>
                <a:cs typeface="Cambria"/>
              </a:rPr>
              <a:t> </a:t>
            </a:r>
            <a:r>
              <a:rPr sz="2800" spc="65" dirty="0">
                <a:latin typeface="Cambria"/>
                <a:cs typeface="Cambria"/>
              </a:rPr>
              <a:t>With</a:t>
            </a:r>
            <a:r>
              <a:rPr sz="2800" spc="190" dirty="0">
                <a:latin typeface="Cambria"/>
                <a:cs typeface="Cambria"/>
              </a:rPr>
              <a:t> </a:t>
            </a:r>
            <a:r>
              <a:rPr sz="2800" dirty="0">
                <a:latin typeface="Cambria"/>
                <a:cs typeface="Cambria"/>
              </a:rPr>
              <a:t>The</a:t>
            </a:r>
            <a:r>
              <a:rPr sz="2800" spc="180" dirty="0">
                <a:latin typeface="Cambria"/>
                <a:cs typeface="Cambria"/>
              </a:rPr>
              <a:t> </a:t>
            </a:r>
            <a:r>
              <a:rPr sz="2800" spc="-10" dirty="0">
                <a:latin typeface="Cambria"/>
                <a:cs typeface="Cambria"/>
              </a:rPr>
              <a:t>Project</a:t>
            </a:r>
            <a:endParaRPr sz="2800">
              <a:latin typeface="Cambria"/>
              <a:cs typeface="Cambria"/>
            </a:endParaRPr>
          </a:p>
          <a:p>
            <a:pPr marL="240029" indent="-227329">
              <a:lnSpc>
                <a:spcPct val="100000"/>
              </a:lnSpc>
              <a:spcBef>
                <a:spcPts val="670"/>
              </a:spcBef>
              <a:buChar char="•"/>
              <a:tabLst>
                <a:tab pos="240029" algn="l"/>
              </a:tabLst>
            </a:pPr>
            <a:r>
              <a:rPr sz="2800" dirty="0">
                <a:latin typeface="Cambria"/>
                <a:cs typeface="Cambria"/>
              </a:rPr>
              <a:t>Engineering</a:t>
            </a:r>
            <a:r>
              <a:rPr sz="2800" spc="275" dirty="0">
                <a:latin typeface="Cambria"/>
                <a:cs typeface="Cambria"/>
              </a:rPr>
              <a:t> </a:t>
            </a:r>
            <a:r>
              <a:rPr sz="2800" dirty="0">
                <a:latin typeface="Cambria"/>
                <a:cs typeface="Cambria"/>
              </a:rPr>
              <a:t>Tools</a:t>
            </a:r>
            <a:r>
              <a:rPr sz="2800" spc="305" dirty="0">
                <a:latin typeface="Cambria"/>
                <a:cs typeface="Cambria"/>
              </a:rPr>
              <a:t> </a:t>
            </a:r>
            <a:r>
              <a:rPr sz="2800" spc="210" dirty="0">
                <a:latin typeface="Cambria"/>
                <a:cs typeface="Cambria"/>
              </a:rPr>
              <a:t>And</a:t>
            </a:r>
            <a:r>
              <a:rPr sz="2800" spc="305" dirty="0">
                <a:latin typeface="Cambria"/>
                <a:cs typeface="Cambria"/>
              </a:rPr>
              <a:t> </a:t>
            </a:r>
            <a:r>
              <a:rPr sz="2800" spc="-10" dirty="0">
                <a:latin typeface="Cambria"/>
                <a:cs typeface="Cambria"/>
              </a:rPr>
              <a:t>Standards</a:t>
            </a:r>
            <a:endParaRPr sz="2800">
              <a:latin typeface="Cambria"/>
              <a:cs typeface="Cambria"/>
            </a:endParaRPr>
          </a:p>
          <a:p>
            <a:pPr marL="240029" indent="-227329">
              <a:lnSpc>
                <a:spcPct val="100000"/>
              </a:lnSpc>
              <a:spcBef>
                <a:spcPts val="660"/>
              </a:spcBef>
              <a:buChar char="•"/>
              <a:tabLst>
                <a:tab pos="240029" algn="l"/>
              </a:tabLst>
            </a:pPr>
            <a:r>
              <a:rPr sz="2800" spc="60" dirty="0">
                <a:latin typeface="Cambria"/>
                <a:cs typeface="Cambria"/>
              </a:rPr>
              <a:t>Conclusion</a:t>
            </a:r>
            <a:endParaRPr sz="28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A12E265-AD08-B143-FA58-461EE2EC90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0A76CBDC-50FD-5E30-A87C-EAB8156F38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10210" y="4168185"/>
            <a:ext cx="8620963" cy="2004015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b="0" dirty="0"/>
              <a:t>Without home automation, users must physically interact with every switch and appliance. This becomes inconvenient, especially in large homes.</a:t>
            </a:r>
            <a:r>
              <a:rPr lang="en-US" sz="1700" b="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1700" b="0" spc="254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98450" marR="85725" indent="-285750">
              <a:lnSpc>
                <a:spcPct val="80000"/>
              </a:lnSpc>
              <a:spcBef>
                <a:spcPts val="725"/>
              </a:spcBef>
              <a:buFont typeface="Arial" panose="020B0604020202020204" pitchFamily="34" charset="0"/>
              <a:buChar char="•"/>
            </a:pPr>
            <a:r>
              <a:rPr lang="en-US" sz="1700" b="0" dirty="0"/>
              <a:t>Physically challenged or elderly people may find it difficult to operate household devices. basic actions like turning on lights or operating a fan can become daily challenges, reducing independence and safety.</a:t>
            </a:r>
          </a:p>
          <a:p>
            <a:pPr marL="298450" marR="85725" indent="-285750">
              <a:lnSpc>
                <a:spcPct val="80000"/>
              </a:lnSpc>
              <a:spcBef>
                <a:spcPts val="725"/>
              </a:spcBef>
              <a:buFont typeface="Arial" panose="020B0604020202020204" pitchFamily="34" charset="0"/>
              <a:buChar char="•"/>
            </a:pPr>
            <a:r>
              <a:rPr lang="en-US" sz="1700" b="0" spc="-50" dirty="0">
                <a:latin typeface="Arial" panose="020B0604020202020204" pitchFamily="34" charset="0"/>
                <a:cs typeface="Arial" panose="020B0604020202020204" pitchFamily="34" charset="0"/>
              </a:rPr>
              <a:t>Smart</a:t>
            </a:r>
            <a:r>
              <a:rPr lang="en-US" sz="1700" b="0" spc="-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b="0" dirty="0">
                <a:latin typeface="Arial" panose="020B0604020202020204" pitchFamily="34" charset="0"/>
                <a:cs typeface="Arial" panose="020B0604020202020204" pitchFamily="34" charset="0"/>
              </a:rPr>
              <a:t>homes</a:t>
            </a:r>
            <a:r>
              <a:rPr lang="en-US" sz="1700" b="0" spc="-3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b="0" dirty="0">
                <a:latin typeface="Arial" panose="020B0604020202020204" pitchFamily="34" charset="0"/>
                <a:cs typeface="Arial" panose="020B0604020202020204" pitchFamily="34" charset="0"/>
              </a:rPr>
              <a:t>(Home</a:t>
            </a:r>
            <a:r>
              <a:rPr lang="en-US" sz="1700" b="0" spc="-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b="0" dirty="0">
                <a:latin typeface="Arial" panose="020B0604020202020204" pitchFamily="34" charset="0"/>
                <a:cs typeface="Arial" panose="020B0604020202020204" pitchFamily="34" charset="0"/>
              </a:rPr>
              <a:t>automation)</a:t>
            </a:r>
            <a:r>
              <a:rPr lang="en-US" sz="1700" b="0" spc="-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b="0" spc="50" dirty="0">
                <a:latin typeface="Arial" panose="020B0604020202020204" pitchFamily="34" charset="0"/>
                <a:cs typeface="Arial" panose="020B0604020202020204" pitchFamily="34" charset="0"/>
              </a:rPr>
              <a:t>used</a:t>
            </a:r>
            <a:r>
              <a:rPr lang="en-US" sz="1700" b="0" spc="6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b="0" dirty="0">
                <a:latin typeface="Arial" panose="020B0604020202020204" pitchFamily="34" charset="0"/>
                <a:cs typeface="Arial" panose="020B0604020202020204" pitchFamily="34" charset="0"/>
              </a:rPr>
              <a:t>to</a:t>
            </a:r>
            <a:r>
              <a:rPr lang="en-US" sz="1700" b="0" spc="6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b="0" dirty="0">
                <a:latin typeface="Arial" panose="020B0604020202020204" pitchFamily="34" charset="0"/>
                <a:cs typeface="Arial" panose="020B0604020202020204" pitchFamily="34" charset="0"/>
              </a:rPr>
              <a:t>be</a:t>
            </a:r>
            <a:r>
              <a:rPr lang="en-US" sz="1700" b="0" spc="6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b="0" spc="-10" dirty="0">
                <a:latin typeface="Arial" panose="020B0604020202020204" pitchFamily="34" charset="0"/>
                <a:cs typeface="Arial" panose="020B0604020202020204" pitchFamily="34" charset="0"/>
              </a:rPr>
              <a:t>something </a:t>
            </a:r>
            <a:r>
              <a:rPr lang="en-US" sz="1700" b="0" spc="60" dirty="0">
                <a:latin typeface="Arial" panose="020B0604020202020204" pitchFamily="34" charset="0"/>
                <a:cs typeface="Arial" panose="020B0604020202020204" pitchFamily="34" charset="0"/>
              </a:rPr>
              <a:t>only</a:t>
            </a:r>
            <a:r>
              <a:rPr lang="en-US" sz="1700" b="0" spc="16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b="0" dirty="0">
                <a:latin typeface="Arial" panose="020B0604020202020204" pitchFamily="34" charset="0"/>
                <a:cs typeface="Arial" panose="020B0604020202020204" pitchFamily="34" charset="0"/>
              </a:rPr>
              <a:t>rich</a:t>
            </a:r>
            <a:r>
              <a:rPr lang="en-US" sz="1700" b="0" spc="1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b="0" dirty="0">
                <a:latin typeface="Arial" panose="020B0604020202020204" pitchFamily="34" charset="0"/>
                <a:cs typeface="Arial" panose="020B0604020202020204" pitchFamily="34" charset="0"/>
              </a:rPr>
              <a:t>people</a:t>
            </a:r>
            <a:r>
              <a:rPr lang="en-US" sz="1700" b="0" spc="18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b="0" spc="80" dirty="0">
                <a:latin typeface="Arial" panose="020B0604020202020204" pitchFamily="34" charset="0"/>
                <a:cs typeface="Arial" panose="020B0604020202020204" pitchFamily="34" charset="0"/>
              </a:rPr>
              <a:t>had.</a:t>
            </a:r>
            <a:r>
              <a:rPr lang="en-US" sz="1700" b="0" spc="14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b="0" dirty="0">
                <a:latin typeface="Arial" panose="020B0604020202020204" pitchFamily="34" charset="0"/>
                <a:cs typeface="Arial" panose="020B0604020202020204" pitchFamily="34" charset="0"/>
              </a:rPr>
              <a:t>But</a:t>
            </a:r>
            <a:r>
              <a:rPr lang="en-US" sz="1700" b="0" spc="13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b="0" spc="80" dirty="0">
                <a:latin typeface="Arial" panose="020B0604020202020204" pitchFamily="34" charset="0"/>
                <a:cs typeface="Arial" panose="020B0604020202020204" pitchFamily="34" charset="0"/>
              </a:rPr>
              <a:t>now,</a:t>
            </a:r>
            <a:r>
              <a:rPr lang="en-US" sz="1700" b="0" spc="15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b="0" dirty="0">
                <a:latin typeface="Arial" panose="020B0604020202020204" pitchFamily="34" charset="0"/>
                <a:cs typeface="Arial" panose="020B0604020202020204" pitchFamily="34" charset="0"/>
              </a:rPr>
              <a:t>it’s</a:t>
            </a:r>
            <a:r>
              <a:rPr lang="en-US" sz="1700" b="0" spc="16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b="0" dirty="0">
                <a:latin typeface="Arial" panose="020B0604020202020204" pitchFamily="34" charset="0"/>
                <a:cs typeface="Arial" panose="020B0604020202020204" pitchFamily="34" charset="0"/>
              </a:rPr>
              <a:t>become</a:t>
            </a:r>
            <a:r>
              <a:rPr lang="en-US" sz="1700" b="0" spc="17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b="0" spc="-20" dirty="0">
                <a:latin typeface="Arial" panose="020B0604020202020204" pitchFamily="34" charset="0"/>
                <a:cs typeface="Arial" panose="020B0604020202020204" pitchFamily="34" charset="0"/>
              </a:rPr>
              <a:t>very </a:t>
            </a:r>
            <a:r>
              <a:rPr lang="en-US" sz="1700" b="0" dirty="0">
                <a:latin typeface="Arial" panose="020B0604020202020204" pitchFamily="34" charset="0"/>
                <a:cs typeface="Arial" panose="020B0604020202020204" pitchFamily="34" charset="0"/>
              </a:rPr>
              <a:t>important,</a:t>
            </a:r>
            <a:r>
              <a:rPr lang="en-US" sz="1700" b="0" spc="19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b="0" dirty="0">
                <a:latin typeface="Arial" panose="020B0604020202020204" pitchFamily="34" charset="0"/>
                <a:cs typeface="Arial" panose="020B0604020202020204" pitchFamily="34" charset="0"/>
              </a:rPr>
              <a:t>especially</a:t>
            </a:r>
            <a:r>
              <a:rPr lang="en-US" sz="1700" b="0" spc="204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b="0" dirty="0"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  <a:r>
              <a:rPr lang="en-US" sz="1700" b="0" spc="19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b="0" spc="75" dirty="0">
                <a:latin typeface="Arial" panose="020B0604020202020204" pitchFamily="34" charset="0"/>
                <a:cs typeface="Arial" panose="020B0604020202020204" pitchFamily="34" charset="0"/>
              </a:rPr>
              <a:t>making</a:t>
            </a:r>
            <a:r>
              <a:rPr lang="en-US" sz="1700" b="0" spc="19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b="0" dirty="0">
                <a:latin typeface="Arial" panose="020B0604020202020204" pitchFamily="34" charset="0"/>
                <a:cs typeface="Arial" panose="020B0604020202020204" pitchFamily="34" charset="0"/>
              </a:rPr>
              <a:t>life</a:t>
            </a:r>
            <a:r>
              <a:rPr lang="en-US" sz="1700" b="0" spc="19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b="0" dirty="0">
                <a:latin typeface="Arial" panose="020B0604020202020204" pitchFamily="34" charset="0"/>
                <a:cs typeface="Arial" panose="020B0604020202020204" pitchFamily="34" charset="0"/>
              </a:rPr>
              <a:t>easier</a:t>
            </a:r>
            <a:r>
              <a:rPr lang="en-US" sz="1700" b="0" spc="18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b="0" spc="65" dirty="0"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r>
              <a:rPr lang="en-US" sz="1700" b="0" spc="19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b="0" spc="-10" dirty="0">
                <a:latin typeface="Arial" panose="020B0604020202020204" pitchFamily="34" charset="0"/>
                <a:cs typeface="Arial" panose="020B0604020202020204" pitchFamily="34" charset="0"/>
              </a:rPr>
              <a:t>safer— </a:t>
            </a:r>
            <a:r>
              <a:rPr lang="en-US" sz="1700" b="0" dirty="0">
                <a:latin typeface="Arial" panose="020B0604020202020204" pitchFamily="34" charset="0"/>
                <a:cs typeface="Arial" panose="020B0604020202020204" pitchFamily="34" charset="0"/>
              </a:rPr>
              <a:t>like</a:t>
            </a:r>
            <a:r>
              <a:rPr lang="en-US" sz="1700" b="0" spc="28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b="0" dirty="0">
                <a:latin typeface="Arial" panose="020B0604020202020204" pitchFamily="34" charset="0"/>
                <a:cs typeface="Arial" panose="020B0604020202020204" pitchFamily="34" charset="0"/>
              </a:rPr>
              <a:t>turning</a:t>
            </a:r>
            <a:r>
              <a:rPr lang="en-US" sz="1700" b="0" spc="254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b="0" dirty="0">
                <a:latin typeface="Arial" panose="020B0604020202020204" pitchFamily="34" charset="0"/>
                <a:cs typeface="Arial" panose="020B0604020202020204" pitchFamily="34" charset="0"/>
              </a:rPr>
              <a:t>lights</a:t>
            </a:r>
            <a:r>
              <a:rPr lang="en-US" sz="1700" b="0" spc="28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b="0" dirty="0">
                <a:latin typeface="Arial" panose="020B0604020202020204" pitchFamily="34" charset="0"/>
                <a:cs typeface="Arial" panose="020B0604020202020204" pitchFamily="34" charset="0"/>
              </a:rPr>
              <a:t>on</a:t>
            </a:r>
            <a:r>
              <a:rPr lang="en-US" sz="1700" b="0" spc="26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b="0" dirty="0">
                <a:latin typeface="Arial" panose="020B0604020202020204" pitchFamily="34" charset="0"/>
                <a:cs typeface="Arial" panose="020B0604020202020204" pitchFamily="34" charset="0"/>
              </a:rPr>
              <a:t>automatically</a:t>
            </a:r>
            <a:endParaRPr lang="en-US" sz="1700" b="0" dirty="0"/>
          </a:p>
          <a:p>
            <a:endParaRPr lang="en-US" dirty="0"/>
          </a:p>
        </p:txBody>
      </p:sp>
      <p:pic>
        <p:nvPicPr>
          <p:cNvPr id="9" name="Picture 8" descr="A house with blue lights">
            <a:extLst>
              <a:ext uri="{FF2B5EF4-FFF2-40B4-BE49-F238E27FC236}">
                <a16:creationId xmlns:a16="http://schemas.microsoft.com/office/drawing/2014/main" xmlns="" id="{26392B6C-8E48-BCD0-060D-3F5EEF77E2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0" y="891349"/>
            <a:ext cx="4191000" cy="3232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33028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01E25EF-B4E2-56A3-49C5-C039595AF0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Literature Survey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E2D54DCD-ECAD-9DA1-6801-F6ADE7EA8D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5450" y="3949599"/>
            <a:ext cx="8620963" cy="2492990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0" dirty="0"/>
              <a:t>Developers used Raspberry Pi with simple sensors to implement basic finger gesture recognition.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0" dirty="0"/>
              <a:t>OpenCV and Python enabled more accurate and complex gesture detection using Raspberry Pi.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0" dirty="0"/>
              <a:t>Finger gesture control gained popularity as a hygienic, touch-free solution for smart homes.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0" dirty="0"/>
              <a:t>Modern Raspberry Pi models support machine learning for precise, real-time finger gesture automation</a:t>
            </a:r>
            <a:r>
              <a:rPr lang="en-US" sz="18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</p:txBody>
      </p:sp>
      <p:pic>
        <p:nvPicPr>
          <p:cNvPr id="5" name="Picture 4" descr="A timeline of a raspberry pi project&#10;&#10;AI-generated content may be incorrect.">
            <a:extLst>
              <a:ext uri="{FF2B5EF4-FFF2-40B4-BE49-F238E27FC236}">
                <a16:creationId xmlns:a16="http://schemas.microsoft.com/office/drawing/2014/main" xmlns="" id="{DA15A6D3-24FD-EBD9-01FA-5C1093CC87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838199"/>
            <a:ext cx="5333999" cy="3059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87936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575AFEF-4839-2319-A1D2-43EE8309EC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 Scheme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09714575-087A-1BB2-DF85-64944B3323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1518" y="1058602"/>
            <a:ext cx="8620963" cy="4961198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4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1518" y="1058602"/>
            <a:ext cx="8620963" cy="4961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41057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4522" y="193168"/>
            <a:ext cx="8548827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Testing</a:t>
            </a:r>
            <a:r>
              <a:rPr spc="-40" dirty="0"/>
              <a:t> </a:t>
            </a:r>
            <a:r>
              <a:rPr dirty="0"/>
              <a:t>(</a:t>
            </a:r>
            <a:r>
              <a:rPr lang="en-US" dirty="0"/>
              <a:t>Vero</a:t>
            </a:r>
            <a:r>
              <a:rPr dirty="0"/>
              <a:t>board</a:t>
            </a:r>
            <a:r>
              <a:rPr spc="-40" dirty="0"/>
              <a:t> </a:t>
            </a:r>
            <a:r>
              <a:rPr spc="-10" dirty="0"/>
              <a:t>Implementation)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0"/>
              </a:lnSpc>
            </a:pPr>
            <a:r>
              <a:rPr spc="-10" dirty="0"/>
              <a:t>14-05-</a:t>
            </a:r>
            <a:r>
              <a:rPr spc="-20" dirty="0"/>
              <a:t>2025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36525">
              <a:lnSpc>
                <a:spcPts val="1650"/>
              </a:lnSpc>
            </a:pPr>
            <a:fld id="{81D60167-4931-47E6-BA6A-407CBD079E47}" type="slidenum">
              <a:rPr spc="-50" dirty="0"/>
              <a:t>6</a:t>
            </a:fld>
            <a:endParaRPr spc="-50" dirty="0"/>
          </a:p>
        </p:txBody>
      </p:sp>
      <p:sp>
        <p:nvSpPr>
          <p:cNvPr id="3" name="object 3"/>
          <p:cNvSpPr txBox="1"/>
          <p:nvPr/>
        </p:nvSpPr>
        <p:spPr>
          <a:xfrm>
            <a:off x="266800" y="868573"/>
            <a:ext cx="8724799" cy="3921586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2000" b="1" dirty="0">
                <a:latin typeface="Palatino Linotype"/>
                <a:cs typeface="Palatino Linotype"/>
              </a:rPr>
              <a:t>Visual</a:t>
            </a:r>
            <a:r>
              <a:rPr sz="2000" b="1" spc="-25" dirty="0">
                <a:latin typeface="Palatino Linotype"/>
                <a:cs typeface="Palatino Linotype"/>
              </a:rPr>
              <a:t> </a:t>
            </a:r>
            <a:r>
              <a:rPr sz="2000" b="1" spc="-10" dirty="0">
                <a:latin typeface="Palatino Linotype"/>
                <a:cs typeface="Palatino Linotype"/>
              </a:rPr>
              <a:t>Inspection</a:t>
            </a:r>
            <a:endParaRPr sz="2000" dirty="0">
              <a:latin typeface="Palatino Linotype"/>
              <a:cs typeface="Palatino Linotype"/>
            </a:endParaRPr>
          </a:p>
          <a:p>
            <a:pPr marL="240665" indent="-227965">
              <a:lnSpc>
                <a:spcPct val="100000"/>
              </a:lnSpc>
              <a:spcBef>
                <a:spcPts val="459"/>
              </a:spcBef>
              <a:buChar char="•"/>
              <a:tabLst>
                <a:tab pos="240665" algn="l"/>
              </a:tabLst>
            </a:pPr>
            <a:r>
              <a:rPr sz="1500" dirty="0">
                <a:latin typeface="Cambria"/>
                <a:cs typeface="Cambria"/>
              </a:rPr>
              <a:t>Checked</a:t>
            </a:r>
            <a:r>
              <a:rPr sz="1500" spc="70" dirty="0">
                <a:latin typeface="Cambria"/>
                <a:cs typeface="Cambria"/>
              </a:rPr>
              <a:t> </a:t>
            </a:r>
            <a:r>
              <a:rPr sz="1500" dirty="0">
                <a:latin typeface="Cambria"/>
                <a:cs typeface="Cambria"/>
              </a:rPr>
              <a:t>for</a:t>
            </a:r>
            <a:r>
              <a:rPr sz="1500" spc="120" dirty="0">
                <a:latin typeface="Cambria"/>
                <a:cs typeface="Cambria"/>
              </a:rPr>
              <a:t> </a:t>
            </a:r>
            <a:r>
              <a:rPr sz="1500" dirty="0">
                <a:latin typeface="Cambria"/>
                <a:cs typeface="Cambria"/>
              </a:rPr>
              <a:t>loose</a:t>
            </a:r>
            <a:r>
              <a:rPr sz="1500" spc="135" dirty="0">
                <a:latin typeface="Cambria"/>
                <a:cs typeface="Cambria"/>
              </a:rPr>
              <a:t> </a:t>
            </a:r>
            <a:r>
              <a:rPr sz="1500" dirty="0">
                <a:latin typeface="Cambria"/>
                <a:cs typeface="Cambria"/>
              </a:rPr>
              <a:t>connections,</a:t>
            </a:r>
            <a:r>
              <a:rPr sz="1500" spc="130" dirty="0">
                <a:latin typeface="Cambria"/>
                <a:cs typeface="Cambria"/>
              </a:rPr>
              <a:t> </a:t>
            </a:r>
            <a:r>
              <a:rPr sz="1500" dirty="0">
                <a:latin typeface="Cambria"/>
                <a:cs typeface="Cambria"/>
              </a:rPr>
              <a:t>shorts,</a:t>
            </a:r>
            <a:r>
              <a:rPr sz="1500" spc="120" dirty="0">
                <a:latin typeface="Cambria"/>
                <a:cs typeface="Cambria"/>
              </a:rPr>
              <a:t> </a:t>
            </a:r>
            <a:r>
              <a:rPr sz="1500" dirty="0">
                <a:latin typeface="Cambria"/>
                <a:cs typeface="Cambria"/>
              </a:rPr>
              <a:t>and</a:t>
            </a:r>
            <a:r>
              <a:rPr sz="1500" spc="90" dirty="0">
                <a:latin typeface="Cambria"/>
                <a:cs typeface="Cambria"/>
              </a:rPr>
              <a:t> </a:t>
            </a:r>
            <a:r>
              <a:rPr sz="1500" spc="-10" dirty="0">
                <a:latin typeface="Cambria"/>
                <a:cs typeface="Cambria"/>
              </a:rPr>
              <a:t>correct</a:t>
            </a:r>
            <a:r>
              <a:rPr sz="1500" spc="125" dirty="0">
                <a:latin typeface="Cambria"/>
                <a:cs typeface="Cambria"/>
              </a:rPr>
              <a:t> </a:t>
            </a:r>
            <a:r>
              <a:rPr sz="1500" dirty="0">
                <a:latin typeface="Cambria"/>
                <a:cs typeface="Cambria"/>
              </a:rPr>
              <a:t>orientation</a:t>
            </a:r>
            <a:r>
              <a:rPr sz="1500" spc="114" dirty="0">
                <a:latin typeface="Cambria"/>
                <a:cs typeface="Cambria"/>
              </a:rPr>
              <a:t> </a:t>
            </a:r>
            <a:r>
              <a:rPr sz="1500" dirty="0">
                <a:latin typeface="Cambria"/>
                <a:cs typeface="Cambria"/>
              </a:rPr>
              <a:t>of</a:t>
            </a:r>
            <a:r>
              <a:rPr sz="1500" spc="125" dirty="0">
                <a:latin typeface="Cambria"/>
                <a:cs typeface="Cambria"/>
              </a:rPr>
              <a:t> </a:t>
            </a:r>
            <a:r>
              <a:rPr sz="1500" spc="-10" dirty="0">
                <a:latin typeface="Cambria"/>
                <a:cs typeface="Cambria"/>
              </a:rPr>
              <a:t>components.</a:t>
            </a:r>
            <a:endParaRPr lang="en-US" sz="1500" spc="-10" dirty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280"/>
              </a:spcBef>
            </a:pPr>
            <a:r>
              <a:rPr lang="en-US" sz="2000" b="1" dirty="0">
                <a:latin typeface="Palatino Linotype"/>
                <a:cs typeface="Palatino Linotype"/>
              </a:rPr>
              <a:t>Functional</a:t>
            </a:r>
            <a:r>
              <a:rPr lang="en-US" sz="2000" b="1" spc="-30" dirty="0">
                <a:latin typeface="Palatino Linotype"/>
                <a:cs typeface="Palatino Linotype"/>
              </a:rPr>
              <a:t> </a:t>
            </a:r>
            <a:r>
              <a:rPr lang="en-US" sz="2000" b="1" spc="-10" dirty="0">
                <a:latin typeface="Palatino Linotype"/>
                <a:cs typeface="Palatino Linotype"/>
              </a:rPr>
              <a:t>Testing</a:t>
            </a:r>
            <a:endParaRPr lang="en-US" sz="2000" dirty="0">
              <a:latin typeface="Palatino Linotype"/>
              <a:cs typeface="Palatino Linotype"/>
            </a:endParaRPr>
          </a:p>
          <a:p>
            <a:pPr marL="240665" indent="-227965">
              <a:lnSpc>
                <a:spcPct val="100000"/>
              </a:lnSpc>
              <a:spcBef>
                <a:spcPts val="465"/>
              </a:spcBef>
              <a:buChar char="•"/>
              <a:tabLst>
                <a:tab pos="240665" algn="l"/>
              </a:tabLst>
            </a:pPr>
            <a:r>
              <a:rPr lang="en-US" sz="1500" spc="55" dirty="0">
                <a:latin typeface="Cambria"/>
                <a:cs typeface="Cambria"/>
              </a:rPr>
              <a:t>Applied</a:t>
            </a:r>
            <a:r>
              <a:rPr lang="en-US" sz="1500" spc="114" dirty="0">
                <a:latin typeface="Cambria"/>
                <a:cs typeface="Cambria"/>
              </a:rPr>
              <a:t> </a:t>
            </a:r>
            <a:r>
              <a:rPr lang="en-US" sz="1500" spc="-10" dirty="0">
                <a:latin typeface="Cambria"/>
                <a:cs typeface="Cambria"/>
              </a:rPr>
              <a:t>test</a:t>
            </a:r>
            <a:r>
              <a:rPr lang="en-US" sz="1500" spc="114" dirty="0">
                <a:latin typeface="Cambria"/>
                <a:cs typeface="Cambria"/>
              </a:rPr>
              <a:t> </a:t>
            </a:r>
            <a:r>
              <a:rPr lang="en-US" sz="1500" dirty="0">
                <a:latin typeface="Cambria"/>
                <a:cs typeface="Cambria"/>
              </a:rPr>
              <a:t>inputs and</a:t>
            </a:r>
            <a:r>
              <a:rPr lang="en-US" sz="1500" spc="140" dirty="0">
                <a:latin typeface="Cambria"/>
                <a:cs typeface="Cambria"/>
              </a:rPr>
              <a:t> o</a:t>
            </a:r>
            <a:r>
              <a:rPr lang="en-US" sz="1500" dirty="0">
                <a:latin typeface="Cambria"/>
                <a:cs typeface="Cambria"/>
              </a:rPr>
              <a:t>bserved outputs</a:t>
            </a:r>
            <a:r>
              <a:rPr lang="en-US" sz="1500" spc="165" dirty="0">
                <a:latin typeface="Cambria"/>
                <a:cs typeface="Cambria"/>
              </a:rPr>
              <a:t> </a:t>
            </a:r>
            <a:r>
              <a:rPr lang="en-US" sz="1500" dirty="0">
                <a:latin typeface="Cambria"/>
                <a:cs typeface="Cambria"/>
              </a:rPr>
              <a:t>using</a:t>
            </a:r>
            <a:r>
              <a:rPr lang="en-US" sz="1500" spc="185" dirty="0">
                <a:latin typeface="Cambria"/>
                <a:cs typeface="Cambria"/>
              </a:rPr>
              <a:t> </a:t>
            </a:r>
            <a:r>
              <a:rPr lang="en-US" sz="1500" dirty="0">
                <a:latin typeface="Cambria"/>
                <a:cs typeface="Cambria"/>
              </a:rPr>
              <a:t>multimeter,</a:t>
            </a:r>
            <a:r>
              <a:rPr lang="en-US" sz="1500" spc="155" dirty="0">
                <a:latin typeface="Cambria"/>
                <a:cs typeface="Cambria"/>
              </a:rPr>
              <a:t> </a:t>
            </a:r>
            <a:r>
              <a:rPr lang="en-US" sz="1500" spc="105" dirty="0">
                <a:latin typeface="Cambria"/>
                <a:cs typeface="Cambria"/>
              </a:rPr>
              <a:t>LED</a:t>
            </a:r>
            <a:r>
              <a:rPr lang="en-US" sz="1500" spc="165" dirty="0">
                <a:latin typeface="Cambria"/>
                <a:cs typeface="Cambria"/>
              </a:rPr>
              <a:t> </a:t>
            </a:r>
            <a:r>
              <a:rPr lang="en-US" sz="1500" dirty="0">
                <a:latin typeface="Cambria"/>
                <a:cs typeface="Cambria"/>
              </a:rPr>
              <a:t>indicators</a:t>
            </a:r>
            <a:endParaRPr lang="en-US" sz="1500" spc="-10" dirty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465"/>
              </a:spcBef>
              <a:tabLst>
                <a:tab pos="240665" algn="l"/>
              </a:tabLst>
            </a:pPr>
            <a:r>
              <a:rPr sz="2000" b="1" dirty="0">
                <a:latin typeface="Palatino Linotype"/>
                <a:cs typeface="Palatino Linotype"/>
              </a:rPr>
              <a:t>Power</a:t>
            </a:r>
            <a:r>
              <a:rPr sz="2000" b="1" spc="-45" dirty="0">
                <a:latin typeface="Palatino Linotype"/>
                <a:cs typeface="Palatino Linotype"/>
              </a:rPr>
              <a:t> </a:t>
            </a:r>
            <a:r>
              <a:rPr sz="2000" b="1" dirty="0">
                <a:latin typeface="Palatino Linotype"/>
                <a:cs typeface="Palatino Linotype"/>
              </a:rPr>
              <a:t>Supply</a:t>
            </a:r>
            <a:r>
              <a:rPr sz="2000" b="1" spc="-20" dirty="0">
                <a:latin typeface="Palatino Linotype"/>
                <a:cs typeface="Palatino Linotype"/>
              </a:rPr>
              <a:t> </a:t>
            </a:r>
            <a:r>
              <a:rPr sz="2000" b="1" spc="-10" dirty="0">
                <a:latin typeface="Palatino Linotype"/>
                <a:cs typeface="Palatino Linotype"/>
              </a:rPr>
              <a:t>Verification</a:t>
            </a:r>
            <a:endParaRPr sz="2000" dirty="0">
              <a:latin typeface="Palatino Linotype"/>
              <a:cs typeface="Palatino Linotype"/>
            </a:endParaRPr>
          </a:p>
          <a:p>
            <a:pPr marL="240665" indent="-227965">
              <a:lnSpc>
                <a:spcPct val="100000"/>
              </a:lnSpc>
              <a:spcBef>
                <a:spcPts val="355"/>
              </a:spcBef>
              <a:buChar char="•"/>
              <a:tabLst>
                <a:tab pos="240665" algn="l"/>
              </a:tabLst>
            </a:pPr>
            <a:r>
              <a:rPr sz="1800" dirty="0">
                <a:latin typeface="Cambria"/>
                <a:cs typeface="Cambria"/>
              </a:rPr>
              <a:t>Measured</a:t>
            </a:r>
            <a:r>
              <a:rPr sz="1800" spc="21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voltage</a:t>
            </a:r>
            <a:r>
              <a:rPr sz="1800" spc="21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across</a:t>
            </a:r>
            <a:r>
              <a:rPr sz="1800" spc="22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power</a:t>
            </a:r>
            <a:r>
              <a:rPr sz="1800" spc="24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rails</a:t>
            </a:r>
            <a:r>
              <a:rPr sz="1800" spc="22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using</a:t>
            </a:r>
            <a:r>
              <a:rPr sz="1800" spc="215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multimeter</a:t>
            </a:r>
            <a:endParaRPr sz="1800" dirty="0">
              <a:latin typeface="Cambria"/>
              <a:cs typeface="Cambria"/>
            </a:endParaRPr>
          </a:p>
          <a:p>
            <a:pPr marL="240665" indent="-227965">
              <a:lnSpc>
                <a:spcPct val="100000"/>
              </a:lnSpc>
              <a:spcBef>
                <a:spcPts val="455"/>
              </a:spcBef>
              <a:buChar char="•"/>
              <a:tabLst>
                <a:tab pos="240665" algn="l"/>
              </a:tabLst>
            </a:pPr>
            <a:r>
              <a:rPr sz="1500" spc="55" dirty="0">
                <a:latin typeface="Cambria"/>
                <a:cs typeface="Cambria"/>
              </a:rPr>
              <a:t>Used</a:t>
            </a:r>
            <a:r>
              <a:rPr sz="1500" spc="125" dirty="0">
                <a:latin typeface="Cambria"/>
                <a:cs typeface="Cambria"/>
              </a:rPr>
              <a:t> </a:t>
            </a:r>
            <a:r>
              <a:rPr sz="1500" spc="-10" dirty="0">
                <a:latin typeface="Cambria"/>
                <a:cs typeface="Cambria"/>
              </a:rPr>
              <a:t>current-</a:t>
            </a:r>
            <a:r>
              <a:rPr sz="1500" dirty="0">
                <a:latin typeface="Cambria"/>
                <a:cs typeface="Cambria"/>
              </a:rPr>
              <a:t>limited</a:t>
            </a:r>
            <a:r>
              <a:rPr sz="1500" spc="120" dirty="0">
                <a:latin typeface="Cambria"/>
                <a:cs typeface="Cambria"/>
              </a:rPr>
              <a:t> </a:t>
            </a:r>
            <a:r>
              <a:rPr sz="1500" dirty="0">
                <a:latin typeface="Cambria"/>
                <a:cs typeface="Cambria"/>
              </a:rPr>
              <a:t>power</a:t>
            </a:r>
            <a:r>
              <a:rPr sz="1500" spc="140" dirty="0">
                <a:latin typeface="Cambria"/>
                <a:cs typeface="Cambria"/>
              </a:rPr>
              <a:t> </a:t>
            </a:r>
            <a:r>
              <a:rPr sz="1500" dirty="0">
                <a:latin typeface="Cambria"/>
                <a:cs typeface="Cambria"/>
              </a:rPr>
              <a:t>source</a:t>
            </a:r>
            <a:r>
              <a:rPr sz="1500" spc="150" dirty="0">
                <a:latin typeface="Cambria"/>
                <a:cs typeface="Cambria"/>
              </a:rPr>
              <a:t> </a:t>
            </a:r>
            <a:r>
              <a:rPr sz="1500" dirty="0">
                <a:latin typeface="Cambria"/>
                <a:cs typeface="Cambria"/>
              </a:rPr>
              <a:t>to</a:t>
            </a:r>
            <a:r>
              <a:rPr sz="1500" spc="135" dirty="0">
                <a:latin typeface="Cambria"/>
                <a:cs typeface="Cambria"/>
              </a:rPr>
              <a:t> </a:t>
            </a:r>
            <a:r>
              <a:rPr sz="1500" dirty="0">
                <a:latin typeface="Cambria"/>
                <a:cs typeface="Cambria"/>
              </a:rPr>
              <a:t>prevent</a:t>
            </a:r>
            <a:r>
              <a:rPr sz="1500" spc="125" dirty="0">
                <a:latin typeface="Cambria"/>
                <a:cs typeface="Cambria"/>
              </a:rPr>
              <a:t> </a:t>
            </a:r>
            <a:r>
              <a:rPr sz="1500" dirty="0">
                <a:latin typeface="Cambria"/>
                <a:cs typeface="Cambria"/>
              </a:rPr>
              <a:t>damage</a:t>
            </a:r>
            <a:r>
              <a:rPr sz="1500" spc="105" dirty="0">
                <a:latin typeface="Cambria"/>
                <a:cs typeface="Cambria"/>
              </a:rPr>
              <a:t> </a:t>
            </a:r>
            <a:r>
              <a:rPr sz="1500" dirty="0">
                <a:latin typeface="Cambria"/>
                <a:cs typeface="Cambria"/>
              </a:rPr>
              <a:t>during</a:t>
            </a:r>
            <a:r>
              <a:rPr sz="1500" spc="145" dirty="0">
                <a:latin typeface="Cambria"/>
                <a:cs typeface="Cambria"/>
              </a:rPr>
              <a:t> </a:t>
            </a:r>
            <a:r>
              <a:rPr sz="1500" dirty="0">
                <a:latin typeface="Cambria"/>
                <a:cs typeface="Cambria"/>
              </a:rPr>
              <a:t>initial</a:t>
            </a:r>
            <a:r>
              <a:rPr sz="1500" spc="145" dirty="0">
                <a:latin typeface="Cambria"/>
                <a:cs typeface="Cambria"/>
              </a:rPr>
              <a:t> </a:t>
            </a:r>
            <a:r>
              <a:rPr sz="1500" spc="-10" dirty="0">
                <a:latin typeface="Cambria"/>
                <a:cs typeface="Cambria"/>
              </a:rPr>
              <a:t>testing</a:t>
            </a:r>
            <a:endParaRPr sz="1500" dirty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280"/>
              </a:spcBef>
            </a:pPr>
            <a:r>
              <a:rPr sz="2000" b="1" dirty="0">
                <a:latin typeface="Palatino Linotype"/>
                <a:cs typeface="Palatino Linotype"/>
              </a:rPr>
              <a:t>Debugging</a:t>
            </a:r>
            <a:r>
              <a:rPr sz="2000" b="1" spc="-45" dirty="0">
                <a:latin typeface="Palatino Linotype"/>
                <a:cs typeface="Palatino Linotype"/>
              </a:rPr>
              <a:t> </a:t>
            </a:r>
            <a:r>
              <a:rPr sz="2000" b="1" dirty="0">
                <a:latin typeface="Palatino Linotype"/>
                <a:cs typeface="Palatino Linotype"/>
              </a:rPr>
              <a:t>and</a:t>
            </a:r>
            <a:r>
              <a:rPr sz="2000" b="1" spc="-15" dirty="0">
                <a:latin typeface="Palatino Linotype"/>
                <a:cs typeface="Palatino Linotype"/>
              </a:rPr>
              <a:t> </a:t>
            </a:r>
            <a:r>
              <a:rPr sz="2000" b="1" spc="-10" dirty="0">
                <a:latin typeface="Palatino Linotype"/>
                <a:cs typeface="Palatino Linotype"/>
              </a:rPr>
              <a:t>Corrections</a:t>
            </a:r>
            <a:endParaRPr sz="2000" dirty="0">
              <a:latin typeface="Palatino Linotype"/>
              <a:cs typeface="Palatino Linotype"/>
            </a:endParaRPr>
          </a:p>
          <a:p>
            <a:pPr marL="240665" indent="-227965">
              <a:lnSpc>
                <a:spcPct val="100000"/>
              </a:lnSpc>
              <a:spcBef>
                <a:spcPts val="465"/>
              </a:spcBef>
              <a:buChar char="•"/>
              <a:tabLst>
                <a:tab pos="240665" algn="l"/>
              </a:tabLst>
            </a:pPr>
            <a:r>
              <a:rPr sz="1500" dirty="0">
                <a:latin typeface="Cambria"/>
                <a:cs typeface="Cambria"/>
              </a:rPr>
              <a:t>Checked</a:t>
            </a:r>
            <a:r>
              <a:rPr sz="1500" spc="135" dirty="0">
                <a:latin typeface="Cambria"/>
                <a:cs typeface="Cambria"/>
              </a:rPr>
              <a:t> </a:t>
            </a:r>
            <a:r>
              <a:rPr sz="1500" dirty="0">
                <a:latin typeface="Cambria"/>
                <a:cs typeface="Cambria"/>
              </a:rPr>
              <a:t>voltages</a:t>
            </a:r>
            <a:r>
              <a:rPr sz="1500" spc="180" dirty="0">
                <a:latin typeface="Cambria"/>
                <a:cs typeface="Cambria"/>
              </a:rPr>
              <a:t> </a:t>
            </a:r>
            <a:r>
              <a:rPr sz="1500" dirty="0">
                <a:latin typeface="Cambria"/>
                <a:cs typeface="Cambria"/>
              </a:rPr>
              <a:t>at</a:t>
            </a:r>
            <a:r>
              <a:rPr sz="1500" spc="195" dirty="0">
                <a:latin typeface="Cambria"/>
                <a:cs typeface="Cambria"/>
              </a:rPr>
              <a:t> </a:t>
            </a:r>
            <a:r>
              <a:rPr sz="1500" dirty="0">
                <a:latin typeface="Cambria"/>
                <a:cs typeface="Cambria"/>
              </a:rPr>
              <a:t>key</a:t>
            </a:r>
            <a:r>
              <a:rPr sz="1500" spc="165" dirty="0">
                <a:latin typeface="Cambria"/>
                <a:cs typeface="Cambria"/>
              </a:rPr>
              <a:t> </a:t>
            </a:r>
            <a:r>
              <a:rPr sz="1500" spc="-20" dirty="0">
                <a:latin typeface="Cambria"/>
                <a:cs typeface="Cambria"/>
              </a:rPr>
              <a:t>nodes</a:t>
            </a:r>
            <a:endParaRPr sz="1500" dirty="0">
              <a:latin typeface="Cambria"/>
              <a:cs typeface="Cambria"/>
            </a:endParaRPr>
          </a:p>
          <a:p>
            <a:pPr marL="240665" indent="-227965">
              <a:lnSpc>
                <a:spcPct val="100000"/>
              </a:lnSpc>
              <a:spcBef>
                <a:spcPts val="475"/>
              </a:spcBef>
              <a:buChar char="•"/>
              <a:tabLst>
                <a:tab pos="240665" algn="l"/>
              </a:tabLst>
            </a:pPr>
            <a:r>
              <a:rPr sz="1500" dirty="0">
                <a:latin typeface="Cambria"/>
                <a:cs typeface="Cambria"/>
              </a:rPr>
              <a:t>Compared</a:t>
            </a:r>
            <a:r>
              <a:rPr sz="1500" spc="185" dirty="0">
                <a:latin typeface="Cambria"/>
                <a:cs typeface="Cambria"/>
              </a:rPr>
              <a:t> </a:t>
            </a:r>
            <a:r>
              <a:rPr sz="1500" dirty="0">
                <a:latin typeface="Cambria"/>
                <a:cs typeface="Cambria"/>
              </a:rPr>
              <a:t>actual</a:t>
            </a:r>
            <a:r>
              <a:rPr sz="1500" spc="175" dirty="0">
                <a:latin typeface="Cambria"/>
                <a:cs typeface="Cambria"/>
              </a:rPr>
              <a:t> </a:t>
            </a:r>
            <a:r>
              <a:rPr sz="1500" dirty="0">
                <a:latin typeface="Cambria"/>
                <a:cs typeface="Cambria"/>
              </a:rPr>
              <a:t>behavior</a:t>
            </a:r>
            <a:r>
              <a:rPr sz="1500" spc="185" dirty="0">
                <a:latin typeface="Cambria"/>
                <a:cs typeface="Cambria"/>
              </a:rPr>
              <a:t> </a:t>
            </a:r>
            <a:r>
              <a:rPr sz="1500" dirty="0">
                <a:latin typeface="Cambria"/>
                <a:cs typeface="Cambria"/>
              </a:rPr>
              <a:t>with</a:t>
            </a:r>
            <a:r>
              <a:rPr sz="1500" spc="215" dirty="0">
                <a:latin typeface="Cambria"/>
                <a:cs typeface="Cambria"/>
              </a:rPr>
              <a:t> </a:t>
            </a:r>
            <a:r>
              <a:rPr sz="1500" dirty="0">
                <a:latin typeface="Cambria"/>
                <a:cs typeface="Cambria"/>
              </a:rPr>
              <a:t>expected</a:t>
            </a:r>
            <a:r>
              <a:rPr sz="1500" spc="140" dirty="0">
                <a:latin typeface="Cambria"/>
                <a:cs typeface="Cambria"/>
              </a:rPr>
              <a:t> </a:t>
            </a:r>
            <a:r>
              <a:rPr sz="1500" spc="-10" dirty="0">
                <a:latin typeface="Cambria"/>
                <a:cs typeface="Cambria"/>
              </a:rPr>
              <a:t>outputs</a:t>
            </a:r>
            <a:endParaRPr sz="1500" dirty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265"/>
              </a:spcBef>
            </a:pPr>
            <a:r>
              <a:rPr sz="2000" b="1" spc="-10" dirty="0">
                <a:latin typeface="Palatino Linotype"/>
                <a:cs typeface="Palatino Linotype"/>
              </a:rPr>
              <a:t>Documentation</a:t>
            </a:r>
            <a:endParaRPr sz="2000" dirty="0">
              <a:latin typeface="Palatino Linotype"/>
              <a:cs typeface="Palatino Linotype"/>
            </a:endParaRPr>
          </a:p>
          <a:p>
            <a:pPr marL="240665" indent="-227965">
              <a:lnSpc>
                <a:spcPct val="100000"/>
              </a:lnSpc>
              <a:spcBef>
                <a:spcPts val="470"/>
              </a:spcBef>
              <a:buChar char="•"/>
              <a:tabLst>
                <a:tab pos="240665" algn="l"/>
              </a:tabLst>
            </a:pPr>
            <a:r>
              <a:rPr sz="1500" spc="45" dirty="0">
                <a:latin typeface="Cambria"/>
                <a:cs typeface="Cambria"/>
              </a:rPr>
              <a:t>Updated</a:t>
            </a:r>
            <a:r>
              <a:rPr sz="1500" spc="60" dirty="0">
                <a:latin typeface="Cambria"/>
                <a:cs typeface="Cambria"/>
              </a:rPr>
              <a:t> </a:t>
            </a:r>
            <a:r>
              <a:rPr sz="1500" dirty="0">
                <a:latin typeface="Cambria"/>
                <a:cs typeface="Cambria"/>
              </a:rPr>
              <a:t>circuit</a:t>
            </a:r>
            <a:r>
              <a:rPr sz="1500" spc="90" dirty="0">
                <a:latin typeface="Cambria"/>
                <a:cs typeface="Cambria"/>
              </a:rPr>
              <a:t> </a:t>
            </a:r>
            <a:r>
              <a:rPr sz="1500" dirty="0">
                <a:latin typeface="Cambria"/>
                <a:cs typeface="Cambria"/>
              </a:rPr>
              <a:t>design</a:t>
            </a:r>
            <a:r>
              <a:rPr sz="1500" spc="85" dirty="0">
                <a:latin typeface="Cambria"/>
                <a:cs typeface="Cambria"/>
              </a:rPr>
              <a:t> </a:t>
            </a:r>
            <a:r>
              <a:rPr sz="1500" dirty="0">
                <a:latin typeface="Cambria"/>
                <a:cs typeface="Cambria"/>
              </a:rPr>
              <a:t>based</a:t>
            </a:r>
            <a:r>
              <a:rPr sz="1500" spc="60" dirty="0">
                <a:latin typeface="Cambria"/>
                <a:cs typeface="Cambria"/>
              </a:rPr>
              <a:t> </a:t>
            </a:r>
            <a:r>
              <a:rPr sz="1500" dirty="0">
                <a:latin typeface="Cambria"/>
                <a:cs typeface="Cambria"/>
              </a:rPr>
              <a:t>on</a:t>
            </a:r>
            <a:r>
              <a:rPr lang="en-US" sz="1500" dirty="0">
                <a:latin typeface="Cambria"/>
                <a:cs typeface="Cambria"/>
              </a:rPr>
              <a:t> Recorded</a:t>
            </a:r>
            <a:r>
              <a:rPr sz="1500" spc="90" dirty="0">
                <a:latin typeface="Cambria"/>
                <a:cs typeface="Cambria"/>
              </a:rPr>
              <a:t> </a:t>
            </a:r>
            <a:r>
              <a:rPr sz="1500" dirty="0">
                <a:latin typeface="Cambria"/>
                <a:cs typeface="Cambria"/>
              </a:rPr>
              <a:t>test</a:t>
            </a:r>
            <a:r>
              <a:rPr sz="1500" spc="65" dirty="0">
                <a:latin typeface="Cambria"/>
                <a:cs typeface="Cambria"/>
              </a:rPr>
              <a:t> </a:t>
            </a:r>
            <a:r>
              <a:rPr sz="1500" spc="-10" dirty="0">
                <a:latin typeface="Cambria"/>
                <a:cs typeface="Cambria"/>
              </a:rPr>
              <a:t>feedback</a:t>
            </a:r>
            <a:endParaRPr sz="1500" dirty="0">
              <a:latin typeface="Cambria"/>
              <a:cs typeface="Cambria"/>
            </a:endParaRPr>
          </a:p>
        </p:txBody>
      </p:sp>
      <p:pic>
        <p:nvPicPr>
          <p:cNvPr id="7" name="Picture 6" descr="A model of a kitchen&#10;&#10;AI-generated content may be incorrect.">
            <a:extLst>
              <a:ext uri="{FF2B5EF4-FFF2-40B4-BE49-F238E27FC236}">
                <a16:creationId xmlns:a16="http://schemas.microsoft.com/office/drawing/2014/main" xmlns="" id="{F8FDD10A-C869-CFB3-056E-27A0D89DB3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0" y="3200400"/>
            <a:ext cx="3657599" cy="304236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43AF68A-79D3-DAD0-6410-949876B26B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Testing</a:t>
            </a:r>
            <a:r>
              <a:rPr lang="en-US" spc="-40" dirty="0"/>
              <a:t> </a:t>
            </a:r>
            <a:r>
              <a:rPr lang="en-US" dirty="0"/>
              <a:t>(Veroboard</a:t>
            </a:r>
            <a:r>
              <a:rPr lang="en-US" spc="-40" dirty="0"/>
              <a:t> </a:t>
            </a:r>
            <a:r>
              <a:rPr lang="en-US" spc="-10" dirty="0"/>
              <a:t>Implementation)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FCA56263-AC40-3E60-BB28-AEAE09D8DC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1518" y="1058602"/>
            <a:ext cx="8620963" cy="4884998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58B4A626-CFC8-ACB6-87E3-54BD720FFB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519" y="1097930"/>
            <a:ext cx="8620962" cy="4854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71006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6272619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381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183248" y="217487"/>
            <a:ext cx="8794750" cy="641985"/>
            <a:chOff x="183248" y="217487"/>
            <a:chExt cx="8794750" cy="64198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8010" y="222250"/>
              <a:ext cx="8785174" cy="632333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88010" y="222250"/>
              <a:ext cx="8785225" cy="632460"/>
            </a:xfrm>
            <a:custGeom>
              <a:avLst/>
              <a:gdLst/>
              <a:ahLst/>
              <a:cxnLst/>
              <a:rect l="l" t="t" r="r" b="b"/>
              <a:pathLst>
                <a:path w="8785225" h="632460">
                  <a:moveTo>
                    <a:pt x="0" y="105282"/>
                  </a:moveTo>
                  <a:lnTo>
                    <a:pt x="8281" y="64293"/>
                  </a:lnTo>
                  <a:lnTo>
                    <a:pt x="30867" y="30829"/>
                  </a:lnTo>
                  <a:lnTo>
                    <a:pt x="64368" y="8270"/>
                  </a:lnTo>
                  <a:lnTo>
                    <a:pt x="105397" y="0"/>
                  </a:lnTo>
                  <a:lnTo>
                    <a:pt x="8679764" y="0"/>
                  </a:lnTo>
                  <a:lnTo>
                    <a:pt x="8720826" y="8270"/>
                  </a:lnTo>
                  <a:lnTo>
                    <a:pt x="8754329" y="30829"/>
                  </a:lnTo>
                  <a:lnTo>
                    <a:pt x="8776901" y="64293"/>
                  </a:lnTo>
                  <a:lnTo>
                    <a:pt x="8785174" y="105282"/>
                  </a:lnTo>
                  <a:lnTo>
                    <a:pt x="8785174" y="526923"/>
                  </a:lnTo>
                  <a:lnTo>
                    <a:pt x="8776901" y="567932"/>
                  </a:lnTo>
                  <a:lnTo>
                    <a:pt x="8754329" y="601440"/>
                  </a:lnTo>
                  <a:lnTo>
                    <a:pt x="8720826" y="624042"/>
                  </a:lnTo>
                  <a:lnTo>
                    <a:pt x="8679764" y="632333"/>
                  </a:lnTo>
                  <a:lnTo>
                    <a:pt x="105397" y="632333"/>
                  </a:lnTo>
                  <a:lnTo>
                    <a:pt x="64368" y="624042"/>
                  </a:lnTo>
                  <a:lnTo>
                    <a:pt x="30867" y="601440"/>
                  </a:lnTo>
                  <a:lnTo>
                    <a:pt x="8281" y="567932"/>
                  </a:lnTo>
                  <a:lnTo>
                    <a:pt x="0" y="526923"/>
                  </a:lnTo>
                  <a:lnTo>
                    <a:pt x="0" y="105282"/>
                  </a:lnTo>
                  <a:close/>
                </a:path>
              </a:pathLst>
            </a:custGeom>
            <a:ln w="9525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dirty="0"/>
              <a:t>Results,</a:t>
            </a:r>
            <a:r>
              <a:rPr sz="4000" spc="-90" dirty="0"/>
              <a:t> </a:t>
            </a:r>
            <a:r>
              <a:rPr sz="4000" dirty="0"/>
              <a:t>Analysis</a:t>
            </a:r>
            <a:r>
              <a:rPr sz="4000" spc="-100" dirty="0"/>
              <a:t> </a:t>
            </a:r>
            <a:r>
              <a:rPr sz="4000" dirty="0"/>
              <a:t>and</a:t>
            </a:r>
            <a:r>
              <a:rPr sz="4000" spc="-125" dirty="0"/>
              <a:t> </a:t>
            </a:r>
            <a:r>
              <a:rPr sz="4000" spc="-10" dirty="0"/>
              <a:t>Evaluation</a:t>
            </a:r>
            <a:endParaRPr sz="4000"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spc="-25" dirty="0"/>
              <a:t>8</a:t>
            </a:fld>
            <a:endParaRPr spc="-25" dirty="0"/>
          </a:p>
        </p:txBody>
      </p:sp>
      <p:sp>
        <p:nvSpPr>
          <p:cNvPr id="7" name="object 7"/>
          <p:cNvSpPr txBox="1">
            <a:spLocks noGrp="1"/>
          </p:cNvSpPr>
          <p:nvPr>
            <p:ph type="body" idx="1"/>
          </p:nvPr>
        </p:nvSpPr>
        <p:spPr>
          <a:xfrm>
            <a:off x="261518" y="1058602"/>
            <a:ext cx="8620963" cy="4592411"/>
          </a:xfrm>
          <a:prstGeom prst="rect">
            <a:avLst/>
          </a:prstGeom>
        </p:spPr>
        <p:txBody>
          <a:bodyPr vert="horz" wrap="square" lIns="0" tIns="146685" rIns="0" bIns="0" rtlCol="0">
            <a:spAutoFit/>
          </a:bodyPr>
          <a:lstStyle/>
          <a:p>
            <a:pPr marL="17780">
              <a:lnSpc>
                <a:spcPct val="100000"/>
              </a:lnSpc>
              <a:spcBef>
                <a:spcPts val="1155"/>
              </a:spcBef>
            </a:pPr>
            <a:r>
              <a:rPr i="1" spc="-10" dirty="0"/>
              <a:t>Result</a:t>
            </a:r>
            <a:r>
              <a:rPr lang="en-US" i="1" spc="-10" dirty="0"/>
              <a:t>:-</a:t>
            </a:r>
            <a:endParaRPr i="1" spc="-10" dirty="0"/>
          </a:p>
          <a:p>
            <a:pPr marL="303530" marR="5080" indent="-285750">
              <a:lnSpc>
                <a:spcPct val="95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600" b="0" dirty="0"/>
              <a:t>The developed system successfully recognized predefined hand gestures.</a:t>
            </a:r>
          </a:p>
          <a:p>
            <a:pPr marL="303530" marR="5080" indent="-285750">
              <a:lnSpc>
                <a:spcPct val="95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600" b="0" dirty="0"/>
              <a:t>The system achieved real-time performance with a response time of less than 1 second.</a:t>
            </a:r>
          </a:p>
          <a:p>
            <a:pPr marL="303530" marR="5080" indent="-285750">
              <a:lnSpc>
                <a:spcPct val="95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600" b="0" dirty="0"/>
              <a:t>It used the Raspberry Pi Zero 2 W as the core processing unit.</a:t>
            </a:r>
          </a:p>
          <a:p>
            <a:pPr marL="303530" marR="5080" indent="-285750">
              <a:lnSpc>
                <a:spcPct val="95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600" b="0" dirty="0"/>
              <a:t>The results demonstrated the system’s efficiency and practical viability.</a:t>
            </a:r>
          </a:p>
          <a:p>
            <a:pPr marL="17780" marR="5080">
              <a:lnSpc>
                <a:spcPct val="95000"/>
              </a:lnSpc>
              <a:spcBef>
                <a:spcPts val="1200"/>
              </a:spcBef>
            </a:pPr>
            <a:endParaRPr lang="en-US" i="1" dirty="0">
              <a:latin typeface="Cambria"/>
              <a:cs typeface="Cambria"/>
            </a:endParaRPr>
          </a:p>
          <a:p>
            <a:pPr marL="17780" marR="5080">
              <a:lnSpc>
                <a:spcPct val="95000"/>
              </a:lnSpc>
              <a:spcBef>
                <a:spcPts val="1200"/>
              </a:spcBef>
            </a:pPr>
            <a:endParaRPr lang="en-US" i="1" dirty="0">
              <a:latin typeface="Cambria"/>
              <a:cs typeface="Cambria"/>
            </a:endParaRPr>
          </a:p>
          <a:p>
            <a:pPr marL="17780" marR="5080">
              <a:lnSpc>
                <a:spcPct val="95000"/>
              </a:lnSpc>
              <a:spcBef>
                <a:spcPts val="1200"/>
              </a:spcBef>
            </a:pPr>
            <a:endParaRPr lang="en-US" i="1" dirty="0">
              <a:latin typeface="Cambria"/>
              <a:cs typeface="Cambria"/>
            </a:endParaRPr>
          </a:p>
          <a:p>
            <a:pPr marL="17780" marR="5080">
              <a:lnSpc>
                <a:spcPct val="95000"/>
              </a:lnSpc>
              <a:spcBef>
                <a:spcPts val="1200"/>
              </a:spcBef>
            </a:pPr>
            <a:r>
              <a:rPr lang="en-US" i="1" dirty="0">
                <a:latin typeface="Cambria"/>
                <a:cs typeface="Cambria"/>
              </a:rPr>
              <a:t>Analysis</a:t>
            </a:r>
            <a:r>
              <a:rPr lang="en-US" i="1" dirty="0">
                <a:latin typeface="Cambria"/>
                <a:cs typeface="Cambria"/>
                <a:sym typeface="Wingdings" panose="05000000000000000000" pitchFamily="2" charset="2"/>
              </a:rPr>
              <a:t></a:t>
            </a:r>
            <a:endParaRPr lang="en-US" i="1" dirty="0">
              <a:latin typeface="Cambria"/>
              <a:cs typeface="Cambria"/>
            </a:endParaRPr>
          </a:p>
          <a:p>
            <a:pPr marL="17780" marR="5080">
              <a:lnSpc>
                <a:spcPct val="95000"/>
              </a:lnSpc>
              <a:spcBef>
                <a:spcPts val="1200"/>
              </a:spcBef>
            </a:pPr>
            <a:endParaRPr i="1" dirty="0">
              <a:latin typeface="Cambria"/>
              <a:cs typeface="Cambria"/>
            </a:endParaRPr>
          </a:p>
        </p:txBody>
      </p:sp>
      <p:pic>
        <p:nvPicPr>
          <p:cNvPr id="12" name="Picture 11" descr="A graph with blue lines&#10;&#10;AI-generated content may be incorrect.">
            <a:extLst>
              <a:ext uri="{FF2B5EF4-FFF2-40B4-BE49-F238E27FC236}">
                <a16:creationId xmlns:a16="http://schemas.microsoft.com/office/drawing/2014/main" xmlns="" id="{7D6B6CA4-DB29-E417-B177-B873639486C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5192" y="3276603"/>
            <a:ext cx="7218808" cy="3558803"/>
          </a:xfrm>
          <a:prstGeom prst="rect">
            <a:avLst/>
          </a:prstGeom>
        </p:spPr>
      </p:pic>
      <p:pic>
        <p:nvPicPr>
          <p:cNvPr id="14" name="Picture 13" descr="A white background with black and white clouds&#10;&#10;AI-generated content may be incorrect.">
            <a:extLst>
              <a:ext uri="{FF2B5EF4-FFF2-40B4-BE49-F238E27FC236}">
                <a16:creationId xmlns:a16="http://schemas.microsoft.com/office/drawing/2014/main" xmlns="" id="{FCC3260A-5956-7A41-7827-1A2908497A8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096" y="6106929"/>
            <a:ext cx="1931288" cy="3073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dirty="0"/>
              <a:t>Results,</a:t>
            </a:r>
            <a:r>
              <a:rPr sz="4000" spc="-90" dirty="0"/>
              <a:t> </a:t>
            </a:r>
            <a:r>
              <a:rPr sz="4000" dirty="0"/>
              <a:t>Analysis</a:t>
            </a:r>
            <a:r>
              <a:rPr sz="4000" spc="-100" dirty="0"/>
              <a:t> </a:t>
            </a:r>
            <a:r>
              <a:rPr sz="4000" dirty="0"/>
              <a:t>and</a:t>
            </a:r>
            <a:r>
              <a:rPr sz="4000" spc="-125" dirty="0"/>
              <a:t> </a:t>
            </a:r>
            <a:r>
              <a:rPr sz="4000" spc="-10" dirty="0"/>
              <a:t>Evaluation</a:t>
            </a:r>
            <a:endParaRPr sz="400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spc="-25" dirty="0"/>
              <a:t>9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256768" y="1219200"/>
            <a:ext cx="8589645" cy="47455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69545">
              <a:lnSpc>
                <a:spcPct val="100000"/>
              </a:lnSpc>
              <a:spcBef>
                <a:spcPts val="254"/>
              </a:spcBef>
            </a:pPr>
            <a:r>
              <a:rPr lang="en-US" sz="2400" b="1" spc="-10" dirty="0">
                <a:latin typeface="Arial"/>
                <a:cs typeface="Arial"/>
              </a:rPr>
              <a:t>  </a:t>
            </a:r>
            <a:r>
              <a:rPr sz="2400" b="1" spc="-10" dirty="0">
                <a:latin typeface="Arial"/>
                <a:cs typeface="Arial"/>
              </a:rPr>
              <a:t>Evaluation:</a:t>
            </a:r>
            <a:r>
              <a:rPr lang="en-US" sz="2400" b="1" spc="-10" dirty="0">
                <a:latin typeface="Arial"/>
                <a:cs typeface="Arial"/>
              </a:rPr>
              <a:t>-</a:t>
            </a:r>
          </a:p>
          <a:p>
            <a:pPr marL="169545">
              <a:lnSpc>
                <a:spcPct val="100000"/>
              </a:lnSpc>
              <a:spcBef>
                <a:spcPts val="254"/>
              </a:spcBef>
            </a:pPr>
            <a:endParaRPr lang="en-US" sz="2400" b="1" spc="-10" dirty="0">
              <a:latin typeface="Arial"/>
              <a:cs typeface="Arial"/>
            </a:endParaRPr>
          </a:p>
          <a:p>
            <a:pPr marL="169545">
              <a:lnSpc>
                <a:spcPct val="100000"/>
              </a:lnSpc>
              <a:spcBef>
                <a:spcPts val="254"/>
              </a:spcBef>
            </a:pPr>
            <a:endParaRPr lang="en-US" sz="2400" b="1" spc="-10" dirty="0">
              <a:latin typeface="Arial"/>
              <a:cs typeface="Arial"/>
            </a:endParaRPr>
          </a:p>
          <a:p>
            <a:pPr marL="169545">
              <a:lnSpc>
                <a:spcPct val="100000"/>
              </a:lnSpc>
              <a:spcBef>
                <a:spcPts val="254"/>
              </a:spcBef>
            </a:pPr>
            <a:endParaRPr lang="en-US" sz="2400" b="1" spc="-10" dirty="0">
              <a:latin typeface="Arial"/>
              <a:cs typeface="Arial"/>
            </a:endParaRPr>
          </a:p>
          <a:p>
            <a:pPr marL="169545">
              <a:lnSpc>
                <a:spcPct val="100000"/>
              </a:lnSpc>
              <a:spcBef>
                <a:spcPts val="254"/>
              </a:spcBef>
            </a:pPr>
            <a:endParaRPr lang="en-US" sz="2400" b="1" spc="-10" dirty="0">
              <a:latin typeface="Arial"/>
              <a:cs typeface="Arial"/>
            </a:endParaRPr>
          </a:p>
          <a:p>
            <a:pPr marL="169545">
              <a:lnSpc>
                <a:spcPct val="100000"/>
              </a:lnSpc>
              <a:spcBef>
                <a:spcPts val="254"/>
              </a:spcBef>
            </a:pPr>
            <a:endParaRPr lang="en-US" sz="2400" b="1" spc="-10" dirty="0">
              <a:latin typeface="Arial"/>
              <a:cs typeface="Arial"/>
            </a:endParaRPr>
          </a:p>
          <a:p>
            <a:pPr marL="169545">
              <a:lnSpc>
                <a:spcPct val="100000"/>
              </a:lnSpc>
              <a:spcBef>
                <a:spcPts val="254"/>
              </a:spcBef>
            </a:pPr>
            <a:endParaRPr lang="en-US" sz="2400" b="1" spc="-10" dirty="0">
              <a:latin typeface="Arial"/>
              <a:cs typeface="Arial"/>
            </a:endParaRPr>
          </a:p>
          <a:p>
            <a:pPr marL="169545">
              <a:lnSpc>
                <a:spcPct val="100000"/>
              </a:lnSpc>
              <a:spcBef>
                <a:spcPts val="254"/>
              </a:spcBef>
            </a:pPr>
            <a:endParaRPr lang="en-US" sz="2400" b="1" spc="-10" dirty="0">
              <a:latin typeface="Arial"/>
              <a:cs typeface="Arial"/>
            </a:endParaRPr>
          </a:p>
          <a:p>
            <a:pPr marL="169545">
              <a:lnSpc>
                <a:spcPct val="100000"/>
              </a:lnSpc>
              <a:spcBef>
                <a:spcPts val="254"/>
              </a:spcBef>
            </a:pPr>
            <a:endParaRPr sz="2400" dirty="0">
              <a:latin typeface="Arial"/>
              <a:cs typeface="Arial"/>
            </a:endParaRPr>
          </a:p>
          <a:p>
            <a:pPr marL="469265" indent="-299720">
              <a:lnSpc>
                <a:spcPct val="100000"/>
              </a:lnSpc>
              <a:spcBef>
                <a:spcPts val="1450"/>
              </a:spcBef>
              <a:buChar char="●"/>
              <a:tabLst>
                <a:tab pos="469265" algn="l"/>
              </a:tabLst>
            </a:pPr>
            <a:r>
              <a:rPr dirty="0">
                <a:latin typeface="Cambria"/>
                <a:cs typeface="Cambria"/>
              </a:rPr>
              <a:t>Enabled</a:t>
            </a:r>
            <a:r>
              <a:rPr spc="120" dirty="0">
                <a:latin typeface="Cambria"/>
                <a:cs typeface="Cambria"/>
              </a:rPr>
              <a:t> </a:t>
            </a:r>
            <a:r>
              <a:rPr b="1" spc="-10" dirty="0">
                <a:latin typeface="Arial"/>
                <a:cs typeface="Arial"/>
              </a:rPr>
              <a:t>hands-</a:t>
            </a:r>
            <a:r>
              <a:rPr b="1" dirty="0">
                <a:latin typeface="Arial"/>
                <a:cs typeface="Arial"/>
              </a:rPr>
              <a:t>free,</a:t>
            </a:r>
            <a:r>
              <a:rPr b="1" spc="3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contactless</a:t>
            </a:r>
            <a:r>
              <a:rPr b="1" spc="20" dirty="0">
                <a:latin typeface="Arial"/>
                <a:cs typeface="Arial"/>
              </a:rPr>
              <a:t> </a:t>
            </a:r>
            <a:r>
              <a:rPr b="1" spc="-10" dirty="0">
                <a:latin typeface="Arial"/>
                <a:cs typeface="Arial"/>
              </a:rPr>
              <a:t>control</a:t>
            </a:r>
            <a:r>
              <a:rPr spc="-10" dirty="0">
                <a:latin typeface="Cambria"/>
                <a:cs typeface="Cambria"/>
              </a:rPr>
              <a:t>.</a:t>
            </a:r>
            <a:endParaRPr dirty="0">
              <a:latin typeface="Cambria"/>
              <a:cs typeface="Cambria"/>
            </a:endParaRPr>
          </a:p>
          <a:p>
            <a:pPr marL="469265" indent="-299720">
              <a:lnSpc>
                <a:spcPct val="100000"/>
              </a:lnSpc>
              <a:spcBef>
                <a:spcPts val="254"/>
              </a:spcBef>
              <a:buChar char="●"/>
              <a:tabLst>
                <a:tab pos="469265" algn="l"/>
              </a:tabLst>
            </a:pPr>
            <a:r>
              <a:rPr dirty="0">
                <a:latin typeface="Cambria"/>
                <a:cs typeface="Cambria"/>
              </a:rPr>
              <a:t>Delivered</a:t>
            </a:r>
            <a:r>
              <a:rPr spc="45" dirty="0">
                <a:latin typeface="Cambria"/>
                <a:cs typeface="Cambria"/>
              </a:rPr>
              <a:t> </a:t>
            </a:r>
            <a:r>
              <a:rPr b="1" dirty="0">
                <a:latin typeface="Arial"/>
                <a:cs typeface="Arial"/>
              </a:rPr>
              <a:t>reliable</a:t>
            </a:r>
            <a:r>
              <a:rPr b="1" spc="-7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performance</a:t>
            </a:r>
            <a:r>
              <a:rPr b="1" spc="-60" dirty="0">
                <a:latin typeface="Arial"/>
                <a:cs typeface="Arial"/>
              </a:rPr>
              <a:t> </a:t>
            </a:r>
            <a:r>
              <a:rPr dirty="0">
                <a:latin typeface="Cambria"/>
                <a:cs typeface="Cambria"/>
              </a:rPr>
              <a:t>in</a:t>
            </a:r>
            <a:r>
              <a:rPr spc="40" dirty="0">
                <a:latin typeface="Cambria"/>
                <a:cs typeface="Cambria"/>
              </a:rPr>
              <a:t> </a:t>
            </a:r>
            <a:r>
              <a:rPr spc="-10" dirty="0">
                <a:latin typeface="Cambria"/>
                <a:cs typeface="Cambria"/>
              </a:rPr>
              <a:t>real-</a:t>
            </a:r>
            <a:r>
              <a:rPr spc="-30" dirty="0">
                <a:latin typeface="Cambria"/>
                <a:cs typeface="Cambria"/>
              </a:rPr>
              <a:t>world</a:t>
            </a:r>
            <a:r>
              <a:rPr spc="35" dirty="0">
                <a:latin typeface="Cambria"/>
                <a:cs typeface="Cambria"/>
              </a:rPr>
              <a:t> </a:t>
            </a:r>
            <a:r>
              <a:rPr spc="-10" dirty="0">
                <a:latin typeface="Cambria"/>
                <a:cs typeface="Cambria"/>
              </a:rPr>
              <a:t>conditions.</a:t>
            </a:r>
            <a:endParaRPr dirty="0">
              <a:latin typeface="Cambria"/>
              <a:cs typeface="Cambria"/>
            </a:endParaRPr>
          </a:p>
          <a:p>
            <a:pPr marL="469265" indent="-299720">
              <a:lnSpc>
                <a:spcPct val="100000"/>
              </a:lnSpc>
              <a:spcBef>
                <a:spcPts val="250"/>
              </a:spcBef>
              <a:buChar char="●"/>
              <a:tabLst>
                <a:tab pos="469265" algn="l"/>
              </a:tabLst>
            </a:pPr>
            <a:r>
              <a:rPr dirty="0">
                <a:latin typeface="Cambria"/>
                <a:cs typeface="Cambria"/>
              </a:rPr>
              <a:t>Maintained</a:t>
            </a:r>
            <a:r>
              <a:rPr spc="70" dirty="0">
                <a:latin typeface="Cambria"/>
                <a:cs typeface="Cambria"/>
              </a:rPr>
              <a:t> </a:t>
            </a:r>
            <a:r>
              <a:rPr b="1" dirty="0">
                <a:latin typeface="Arial"/>
                <a:cs typeface="Arial"/>
              </a:rPr>
              <a:t>low</a:t>
            </a:r>
            <a:r>
              <a:rPr b="1" spc="2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power</a:t>
            </a:r>
            <a:r>
              <a:rPr b="1" spc="-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and</a:t>
            </a:r>
            <a:r>
              <a:rPr b="1" spc="2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cost</a:t>
            </a:r>
            <a:r>
              <a:rPr dirty="0">
                <a:latin typeface="Cambria"/>
                <a:cs typeface="Cambria"/>
              </a:rPr>
              <a:t>,</a:t>
            </a:r>
            <a:r>
              <a:rPr spc="90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ideal</a:t>
            </a:r>
            <a:r>
              <a:rPr spc="95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for</a:t>
            </a:r>
            <a:r>
              <a:rPr spc="100" dirty="0">
                <a:latin typeface="Cambria"/>
                <a:cs typeface="Cambria"/>
              </a:rPr>
              <a:t> </a:t>
            </a:r>
            <a:r>
              <a:rPr dirty="0">
                <a:latin typeface="Cambria"/>
                <a:cs typeface="Cambria"/>
              </a:rPr>
              <a:t>scalable</a:t>
            </a:r>
            <a:r>
              <a:rPr spc="70" dirty="0">
                <a:latin typeface="Cambria"/>
                <a:cs typeface="Cambria"/>
              </a:rPr>
              <a:t> </a:t>
            </a:r>
            <a:r>
              <a:rPr spc="-10" dirty="0">
                <a:latin typeface="Cambria"/>
                <a:cs typeface="Cambria"/>
              </a:rPr>
              <a:t>deployment</a:t>
            </a:r>
            <a:r>
              <a:rPr sz="1400" spc="-10" dirty="0">
                <a:latin typeface="Cambria"/>
                <a:cs typeface="Cambria"/>
              </a:rPr>
              <a:t>.</a:t>
            </a:r>
            <a:endParaRPr sz="1400" dirty="0">
              <a:latin typeface="Cambria"/>
              <a:cs typeface="Cambria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xmlns="" id="{1144E7BF-779F-8B53-9880-A89D97E0D2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045642"/>
              </p:ext>
            </p:extLst>
          </p:nvPr>
        </p:nvGraphicFramePr>
        <p:xfrm>
          <a:off x="609600" y="1600200"/>
          <a:ext cx="7543800" cy="33528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33800">
                  <a:extLst>
                    <a:ext uri="{9D8B030D-6E8A-4147-A177-3AD203B41FA5}">
                      <a16:colId xmlns:a16="http://schemas.microsoft.com/office/drawing/2014/main" xmlns="" val="2178074799"/>
                    </a:ext>
                  </a:extLst>
                </a:gridCol>
                <a:gridCol w="3810000">
                  <a:extLst>
                    <a:ext uri="{9D8B030D-6E8A-4147-A177-3AD203B41FA5}">
                      <a16:colId xmlns:a16="http://schemas.microsoft.com/office/drawing/2014/main" xmlns="" val="3854235480"/>
                    </a:ext>
                  </a:extLst>
                </a:gridCol>
              </a:tblGrid>
              <a:tr h="618478">
                <a:tc>
                  <a:txBody>
                    <a:bodyPr/>
                    <a:lstStyle/>
                    <a:p>
                      <a:r>
                        <a:rPr lang="en-US" dirty="0"/>
                        <a:t>                          </a:t>
                      </a:r>
                      <a:r>
                        <a:rPr lang="en-US" sz="3200" dirty="0"/>
                        <a:t>Pros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                  </a:t>
                      </a:r>
                      <a:r>
                        <a:rPr lang="en-US" sz="3200" dirty="0"/>
                        <a:t>Cons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595214673"/>
                  </a:ext>
                </a:extLst>
              </a:tr>
              <a:tr h="683581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v"/>
                      </a:pPr>
                      <a:r>
                        <a:rPr lang="en-US" sz="1800" dirty="0"/>
                        <a:t>Touchless control – hygienic and intuitive.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v"/>
                      </a:pPr>
                      <a:r>
                        <a:rPr lang="en-US" dirty="0"/>
                        <a:t>May not work well in poor lighting or cluttered environments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68641555"/>
                  </a:ext>
                </a:extLst>
              </a:tr>
              <a:tr h="683581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v"/>
                      </a:pPr>
                      <a:r>
                        <a:rPr lang="en-US" dirty="0"/>
                        <a:t>Increases accessibility for elderly and disabled users.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v"/>
                      </a:pPr>
                      <a:r>
                        <a:rPr lang="en-US" dirty="0"/>
                        <a:t>Requires calibration and training for accurate gesture recognition.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198694175"/>
                  </a:ext>
                </a:extLst>
              </a:tr>
              <a:tr h="683581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v"/>
                      </a:pPr>
                      <a:r>
                        <a:rPr lang="en-US" dirty="0"/>
                        <a:t>Cost-effective with low-power devices like Raspberry Pi Zero 2W.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v"/>
                      </a:pPr>
                      <a:r>
                        <a:rPr lang="en-US" dirty="0"/>
                        <a:t>Privacy concerns if vision-based (camera always on).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254181595"/>
                  </a:ext>
                </a:extLst>
              </a:tr>
              <a:tr h="683581"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v"/>
                      </a:pPr>
                      <a:r>
                        <a:rPr lang="en-US" dirty="0"/>
                        <a:t>Can be integrated with smart home systems and IoT devices.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v"/>
                      </a:pPr>
                      <a:r>
                        <a:rPr lang="fr-FR" dirty="0" err="1"/>
                        <a:t>Gesture</a:t>
                      </a:r>
                      <a:r>
                        <a:rPr lang="fr-FR" dirty="0"/>
                        <a:t> fatigue – </a:t>
                      </a:r>
                      <a:r>
                        <a:rPr lang="fr-FR" dirty="0" err="1"/>
                        <a:t>repetitive</a:t>
                      </a:r>
                      <a:r>
                        <a:rPr lang="fr-FR" dirty="0"/>
                        <a:t> motions </a:t>
                      </a:r>
                      <a:r>
                        <a:rPr lang="fr-FR" dirty="0" err="1"/>
                        <a:t>may</a:t>
                      </a:r>
                      <a:r>
                        <a:rPr lang="fr-FR" dirty="0"/>
                        <a:t> cause </a:t>
                      </a:r>
                      <a:r>
                        <a:rPr lang="fr-FR" dirty="0" err="1"/>
                        <a:t>discomfort</a:t>
                      </a:r>
                      <a:r>
                        <a:rPr lang="fr-FR" dirty="0"/>
                        <a:t>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15399554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25A5D2E-BF62-8C59-646F-4D30ABEA37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7586" y="211963"/>
            <a:ext cx="8548827" cy="415498"/>
          </a:xfrm>
        </p:spPr>
        <p:txBody>
          <a:bodyPr/>
          <a:lstStyle/>
          <a:p>
            <a:r>
              <a:rPr lang="en-US" sz="2700" spc="-10" dirty="0"/>
              <a:t>Socio-</a:t>
            </a:r>
            <a:r>
              <a:rPr lang="en-US" sz="2700" dirty="0"/>
              <a:t>economic</a:t>
            </a:r>
            <a:r>
              <a:rPr lang="en-US" sz="2700" spc="-5" dirty="0"/>
              <a:t> </a:t>
            </a:r>
            <a:r>
              <a:rPr lang="en-US" sz="2700" dirty="0"/>
              <a:t>Issues</a:t>
            </a:r>
            <a:r>
              <a:rPr lang="en-US" sz="2700" spc="-15" dirty="0"/>
              <a:t> </a:t>
            </a:r>
            <a:r>
              <a:rPr lang="en-US" sz="2700" dirty="0"/>
              <a:t>Associated</a:t>
            </a:r>
            <a:r>
              <a:rPr lang="en-US" sz="2700" spc="-20" dirty="0"/>
              <a:t> </a:t>
            </a:r>
            <a:r>
              <a:rPr lang="en-US" sz="2700" dirty="0"/>
              <a:t>With</a:t>
            </a:r>
            <a:r>
              <a:rPr lang="en-US" sz="2700" spc="-15" dirty="0"/>
              <a:t> </a:t>
            </a:r>
            <a:r>
              <a:rPr lang="en-US" sz="2700" dirty="0"/>
              <a:t>The</a:t>
            </a:r>
            <a:r>
              <a:rPr lang="en-US" sz="2700" spc="-15" dirty="0"/>
              <a:t> </a:t>
            </a:r>
            <a:r>
              <a:rPr lang="en-US" sz="2700" spc="-10" dirty="0"/>
              <a:t>Project</a:t>
            </a:r>
            <a:endParaRPr lang="en-US" sz="27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533132D9-FFDD-D8A4-4466-9314DC0EBD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1518" y="1058603"/>
            <a:ext cx="8620963" cy="5189798"/>
          </a:xfrm>
        </p:spPr>
        <p:txBody>
          <a:bodyPr/>
          <a:lstStyle/>
          <a:p>
            <a:pPr marL="514350" indent="-514350">
              <a:buFont typeface="+mj-lt"/>
              <a:buAutoNum type="romanLcPeriod"/>
            </a:pPr>
            <a:r>
              <a:rPr lang="en-US" sz="2000" b="1" dirty="0"/>
              <a:t>Affordability</a:t>
            </a:r>
            <a:r>
              <a:rPr lang="en-US" sz="2000" dirty="0"/>
              <a:t>:</a:t>
            </a:r>
            <a:br>
              <a:rPr lang="en-US" sz="2000" dirty="0"/>
            </a:br>
            <a:r>
              <a:rPr lang="en-US" sz="2000" b="0" dirty="0"/>
              <a:t>While low-cost platforms like Raspberry Pi make gesture-based automation more accessible, the initial setup cost (including sensors, cameras, and installation) can still be a barrier for low-income households.</a:t>
            </a:r>
          </a:p>
          <a:p>
            <a:pPr marL="514350" indent="-514350">
              <a:buFont typeface="+mj-lt"/>
              <a:buAutoNum type="romanLcPeriod"/>
            </a:pPr>
            <a:r>
              <a:rPr lang="en-US" sz="2000" b="1" dirty="0"/>
              <a:t>Employment Displacement</a:t>
            </a:r>
            <a:r>
              <a:rPr lang="en-US" sz="2000" dirty="0"/>
              <a:t>:</a:t>
            </a:r>
            <a:br>
              <a:rPr lang="en-US" sz="2000" dirty="0"/>
            </a:br>
            <a:r>
              <a:rPr lang="en-US" sz="2000" b="0" dirty="0"/>
              <a:t>Increased automation may reduce the need for domestic help, impacting jobs, especially in economies where household labor is a common livelihood.</a:t>
            </a:r>
          </a:p>
          <a:p>
            <a:pPr marL="514350" indent="-514350">
              <a:buFont typeface="+mj-lt"/>
              <a:buAutoNum type="romanLcPeriod"/>
            </a:pPr>
            <a:r>
              <a:rPr lang="en-US" sz="2000" b="1" dirty="0"/>
              <a:t>Digital Divide</a:t>
            </a:r>
            <a:r>
              <a:rPr lang="en-US" sz="2000" dirty="0"/>
              <a:t>:</a:t>
            </a:r>
            <a:br>
              <a:rPr lang="en-US" sz="2000" dirty="0"/>
            </a:br>
            <a:r>
              <a:rPr lang="en-US" sz="2000" b="0" dirty="0"/>
              <a:t>The technology may be challenging to adopt in rural or underdeveloped regions due to a lack of digital literacy, poor internet connectivity, or limited access to smart devices.</a:t>
            </a:r>
          </a:p>
          <a:p>
            <a:pPr marL="514350" indent="-514350">
              <a:buFont typeface="+mj-lt"/>
              <a:buAutoNum type="romanLcPeriod"/>
            </a:pPr>
            <a:r>
              <a:rPr lang="en-US" sz="2000" b="1" dirty="0"/>
              <a:t>Maintenance Costs</a:t>
            </a:r>
            <a:r>
              <a:rPr lang="en-US" sz="2000" dirty="0"/>
              <a:t>:</a:t>
            </a:r>
            <a:br>
              <a:rPr lang="en-US" sz="2000" dirty="0"/>
            </a:br>
            <a:r>
              <a:rPr lang="en-US" sz="2000" b="0" dirty="0"/>
              <a:t>Ongoing maintenance or technical support for sensors and software can incur additional costs, which may not be feasible for economically weaker sections.</a:t>
            </a:r>
          </a:p>
          <a:p>
            <a:endParaRPr lang="en-US" sz="2000" b="0" dirty="0"/>
          </a:p>
          <a:p>
            <a:pPr marL="514350" indent="-514350">
              <a:buFont typeface="+mj-lt"/>
              <a:buAutoNum type="romanLcPeriod"/>
            </a:pPr>
            <a:endParaRPr lang="en-US" sz="1600" b="0" dirty="0"/>
          </a:p>
        </p:txBody>
      </p:sp>
    </p:spTree>
    <p:extLst>
      <p:ext uri="{BB962C8B-B14F-4D97-AF65-F5344CB8AC3E}">
        <p14:creationId xmlns:p14="http://schemas.microsoft.com/office/powerpoint/2010/main" val="27021607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EF20C5F-AF3A-FAD2-CBB2-CA2AFE034D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Engineering Tools and Standards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CB0437F-BEF1-E47C-9184-6E2D0BA14A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200" y="990601"/>
            <a:ext cx="8305800" cy="3252597"/>
          </a:xfrm>
        </p:spPr>
        <p:txBody>
          <a:bodyPr/>
          <a:lstStyle/>
          <a:p>
            <a:pPr marL="73660">
              <a:lnSpc>
                <a:spcPct val="100000"/>
              </a:lnSpc>
              <a:spcBef>
                <a:spcPts val="640"/>
              </a:spcBef>
            </a:pPr>
            <a:r>
              <a:rPr lang="en-US" sz="2000" b="1" dirty="0">
                <a:latin typeface="Palatino Linotype"/>
                <a:cs typeface="Palatino Linotype"/>
              </a:rPr>
              <a:t>Development</a:t>
            </a:r>
            <a:r>
              <a:rPr lang="en-US" sz="2000" b="1" spc="-70" dirty="0">
                <a:latin typeface="Palatino Linotype"/>
                <a:cs typeface="Palatino Linotype"/>
              </a:rPr>
              <a:t> </a:t>
            </a:r>
            <a:r>
              <a:rPr lang="en-US" sz="2000" b="1" spc="-10" dirty="0">
                <a:latin typeface="Palatino Linotype"/>
                <a:cs typeface="Palatino Linotype"/>
              </a:rPr>
              <a:t>Tools:-</a:t>
            </a:r>
            <a:endParaRPr lang="en-US" sz="2000" dirty="0">
              <a:latin typeface="Palatino Linotype"/>
              <a:cs typeface="Palatino Linotype"/>
            </a:endParaRPr>
          </a:p>
          <a:p>
            <a:pPr marL="240665" indent="-227965">
              <a:lnSpc>
                <a:spcPts val="2055"/>
              </a:lnSpc>
              <a:spcBef>
                <a:spcPts val="540"/>
              </a:spcBef>
              <a:buFont typeface="Cambria"/>
              <a:buChar char="•"/>
              <a:tabLst>
                <a:tab pos="240665" algn="l"/>
              </a:tabLst>
            </a:pPr>
            <a:r>
              <a:rPr lang="en-US" sz="1900" b="1" dirty="0">
                <a:latin typeface="Palatino Linotype"/>
                <a:cs typeface="Palatino Linotype"/>
              </a:rPr>
              <a:t>Raspberry</a:t>
            </a:r>
            <a:r>
              <a:rPr lang="en-US" sz="1900" b="1" spc="-15" dirty="0">
                <a:latin typeface="Palatino Linotype"/>
                <a:cs typeface="Palatino Linotype"/>
              </a:rPr>
              <a:t> </a:t>
            </a:r>
            <a:r>
              <a:rPr lang="en-US" sz="1900" b="1" dirty="0">
                <a:latin typeface="Palatino Linotype"/>
                <a:cs typeface="Palatino Linotype"/>
              </a:rPr>
              <a:t>Pi</a:t>
            </a:r>
            <a:r>
              <a:rPr lang="en-US" sz="1900" b="1" spc="-15" dirty="0">
                <a:latin typeface="Palatino Linotype"/>
                <a:cs typeface="Palatino Linotype"/>
              </a:rPr>
              <a:t> </a:t>
            </a:r>
            <a:r>
              <a:rPr lang="en-US" sz="1900" b="1" dirty="0">
                <a:latin typeface="Palatino Linotype"/>
                <a:cs typeface="Palatino Linotype"/>
              </a:rPr>
              <a:t>OS</a:t>
            </a:r>
            <a:r>
              <a:rPr lang="en-US" sz="1900" b="1" spc="-20" dirty="0">
                <a:latin typeface="Palatino Linotype"/>
                <a:cs typeface="Palatino Linotype"/>
              </a:rPr>
              <a:t> </a:t>
            </a:r>
            <a:r>
              <a:rPr lang="en-US" sz="1900" b="1" dirty="0">
                <a:latin typeface="Palatino Linotype"/>
                <a:cs typeface="Palatino Linotype"/>
              </a:rPr>
              <a:t>/</a:t>
            </a:r>
            <a:r>
              <a:rPr lang="en-US" sz="1900" b="1" spc="-30" dirty="0">
                <a:latin typeface="Palatino Linotype"/>
                <a:cs typeface="Palatino Linotype"/>
              </a:rPr>
              <a:t> </a:t>
            </a:r>
            <a:r>
              <a:rPr lang="en-US" sz="1900" b="1" spc="-10" dirty="0">
                <a:latin typeface="Palatino Linotype"/>
                <a:cs typeface="Palatino Linotype"/>
              </a:rPr>
              <a:t>Raspbian</a:t>
            </a:r>
            <a:r>
              <a:rPr lang="en-US" sz="1900" b="1" dirty="0">
                <a:latin typeface="Palatino Linotype"/>
                <a:cs typeface="Palatino Linotype"/>
              </a:rPr>
              <a:t> </a:t>
            </a:r>
            <a:r>
              <a:rPr lang="en-US" sz="1900" spc="150" dirty="0">
                <a:latin typeface="Cambria"/>
                <a:cs typeface="Cambria"/>
              </a:rPr>
              <a:t>OS</a:t>
            </a:r>
            <a:r>
              <a:rPr lang="en-US" sz="1900" spc="120" dirty="0">
                <a:latin typeface="Cambria"/>
                <a:cs typeface="Cambria"/>
              </a:rPr>
              <a:t> </a:t>
            </a:r>
            <a:r>
              <a:rPr lang="en-US" sz="1900" dirty="0">
                <a:latin typeface="Cambria"/>
                <a:cs typeface="Cambria"/>
              </a:rPr>
              <a:t>platform</a:t>
            </a:r>
            <a:r>
              <a:rPr lang="en-US" sz="1900" spc="130" dirty="0">
                <a:latin typeface="Cambria"/>
                <a:cs typeface="Cambria"/>
              </a:rPr>
              <a:t> </a:t>
            </a:r>
            <a:r>
              <a:rPr lang="en-US" sz="1900" dirty="0">
                <a:latin typeface="Cambria"/>
                <a:cs typeface="Cambria"/>
              </a:rPr>
              <a:t>to</a:t>
            </a:r>
            <a:r>
              <a:rPr lang="en-US" sz="1900" spc="130" dirty="0">
                <a:latin typeface="Cambria"/>
                <a:cs typeface="Cambria"/>
              </a:rPr>
              <a:t> </a:t>
            </a:r>
            <a:r>
              <a:rPr lang="en-US" sz="1900" dirty="0">
                <a:latin typeface="Cambria"/>
                <a:cs typeface="Cambria"/>
              </a:rPr>
              <a:t>program</a:t>
            </a:r>
            <a:r>
              <a:rPr lang="en-US" sz="1900" spc="140" dirty="0">
                <a:latin typeface="Cambria"/>
                <a:cs typeface="Cambria"/>
              </a:rPr>
              <a:t> </a:t>
            </a:r>
            <a:r>
              <a:rPr lang="en-US" sz="1900" spc="50" dirty="0">
                <a:latin typeface="Cambria"/>
                <a:cs typeface="Cambria"/>
              </a:rPr>
              <a:t>and</a:t>
            </a:r>
            <a:r>
              <a:rPr lang="en-US" sz="1900" spc="130" dirty="0">
                <a:latin typeface="Cambria"/>
                <a:cs typeface="Cambria"/>
              </a:rPr>
              <a:t> </a:t>
            </a:r>
            <a:r>
              <a:rPr lang="en-US" sz="1900" dirty="0">
                <a:latin typeface="Cambria"/>
                <a:cs typeface="Cambria"/>
              </a:rPr>
              <a:t>run</a:t>
            </a:r>
            <a:r>
              <a:rPr lang="en-US" sz="1900" spc="125" dirty="0">
                <a:latin typeface="Cambria"/>
                <a:cs typeface="Cambria"/>
              </a:rPr>
              <a:t> </a:t>
            </a:r>
            <a:r>
              <a:rPr lang="en-US" sz="1900" dirty="0">
                <a:latin typeface="Cambria"/>
                <a:cs typeface="Cambria"/>
              </a:rPr>
              <a:t>services</a:t>
            </a:r>
            <a:r>
              <a:rPr lang="en-US" sz="1900" spc="125" dirty="0">
                <a:latin typeface="Cambria"/>
                <a:cs typeface="Cambria"/>
              </a:rPr>
              <a:t> </a:t>
            </a:r>
            <a:r>
              <a:rPr lang="en-US" sz="1900" dirty="0">
                <a:latin typeface="Cambria"/>
                <a:cs typeface="Cambria"/>
              </a:rPr>
              <a:t>on</a:t>
            </a:r>
            <a:r>
              <a:rPr lang="en-US" sz="1900" spc="125" dirty="0">
                <a:latin typeface="Cambria"/>
                <a:cs typeface="Cambria"/>
              </a:rPr>
              <a:t> </a:t>
            </a:r>
            <a:r>
              <a:rPr lang="en-US" sz="1900" dirty="0">
                <a:latin typeface="Cambria"/>
                <a:cs typeface="Cambria"/>
              </a:rPr>
              <a:t>the</a:t>
            </a:r>
            <a:r>
              <a:rPr lang="en-US" sz="1900" spc="125" dirty="0">
                <a:latin typeface="Cambria"/>
                <a:cs typeface="Cambria"/>
              </a:rPr>
              <a:t> </a:t>
            </a:r>
            <a:r>
              <a:rPr lang="en-US" sz="1900" dirty="0">
                <a:latin typeface="Cambria"/>
                <a:cs typeface="Cambria"/>
              </a:rPr>
              <a:t>Raspberry</a:t>
            </a:r>
            <a:r>
              <a:rPr lang="en-US" sz="1900" spc="140" dirty="0">
                <a:latin typeface="Cambria"/>
                <a:cs typeface="Cambria"/>
              </a:rPr>
              <a:t> </a:t>
            </a:r>
            <a:r>
              <a:rPr lang="en-US" sz="1900" dirty="0">
                <a:latin typeface="Cambria"/>
                <a:cs typeface="Cambria"/>
              </a:rPr>
              <a:t>Pi</a:t>
            </a:r>
            <a:r>
              <a:rPr lang="en-US" sz="1900" spc="140" dirty="0">
                <a:latin typeface="Cambria"/>
                <a:cs typeface="Cambria"/>
              </a:rPr>
              <a:t> </a:t>
            </a:r>
            <a:r>
              <a:rPr lang="en-US" sz="1900" dirty="0">
                <a:latin typeface="Cambria"/>
                <a:cs typeface="Cambria"/>
              </a:rPr>
              <a:t>Zero</a:t>
            </a:r>
            <a:r>
              <a:rPr lang="en-US" sz="1900" spc="130" dirty="0">
                <a:latin typeface="Cambria"/>
                <a:cs typeface="Cambria"/>
              </a:rPr>
              <a:t> </a:t>
            </a:r>
            <a:r>
              <a:rPr lang="en-US" sz="1900" dirty="0">
                <a:latin typeface="Cambria"/>
                <a:cs typeface="Cambria"/>
              </a:rPr>
              <a:t>2W</a:t>
            </a:r>
            <a:r>
              <a:rPr lang="en-US" sz="1900" spc="90" dirty="0">
                <a:latin typeface="Cambria"/>
                <a:cs typeface="Cambria"/>
              </a:rPr>
              <a:t>.</a:t>
            </a:r>
            <a:endParaRPr lang="en-US" sz="1900" dirty="0">
              <a:latin typeface="Cambria"/>
              <a:cs typeface="Cambria"/>
            </a:endParaRPr>
          </a:p>
          <a:p>
            <a:pPr marL="240665" indent="-227965">
              <a:lnSpc>
                <a:spcPts val="2050"/>
              </a:lnSpc>
              <a:spcBef>
                <a:spcPts val="550"/>
              </a:spcBef>
              <a:buFont typeface="Cambria"/>
              <a:buChar char="•"/>
              <a:tabLst>
                <a:tab pos="240665" algn="l"/>
              </a:tabLst>
            </a:pPr>
            <a:r>
              <a:rPr lang="en-US" sz="1900" b="1" spc="-10" dirty="0">
                <a:latin typeface="Palatino Linotype"/>
                <a:cs typeface="Palatino Linotype"/>
              </a:rPr>
              <a:t>Python/Thonny:-</a:t>
            </a:r>
            <a:endParaRPr lang="en-US" sz="1900" dirty="0">
              <a:latin typeface="Palatino Linotype"/>
              <a:cs typeface="Palatino Linotype"/>
            </a:endParaRPr>
          </a:p>
          <a:p>
            <a:pPr marL="241300">
              <a:lnSpc>
                <a:spcPts val="2050"/>
              </a:lnSpc>
            </a:pPr>
            <a:r>
              <a:rPr lang="en-US" sz="1900" spc="75" dirty="0">
                <a:latin typeface="Cambria"/>
                <a:cs typeface="Cambria"/>
              </a:rPr>
              <a:t>Main </a:t>
            </a:r>
            <a:r>
              <a:rPr lang="en-US" sz="1900" spc="50" dirty="0">
                <a:latin typeface="Cambria"/>
                <a:cs typeface="Cambria"/>
              </a:rPr>
              <a:t>language</a:t>
            </a:r>
            <a:r>
              <a:rPr lang="en-US" sz="1900" spc="110" dirty="0">
                <a:latin typeface="Cambria"/>
                <a:cs typeface="Cambria"/>
              </a:rPr>
              <a:t> </a:t>
            </a:r>
            <a:r>
              <a:rPr lang="en-US" sz="1900" spc="-20" dirty="0">
                <a:latin typeface="Cambria"/>
                <a:cs typeface="Cambria"/>
              </a:rPr>
              <a:t>for:</a:t>
            </a:r>
            <a:endParaRPr lang="en-US" sz="1900" dirty="0">
              <a:latin typeface="Cambria"/>
              <a:cs typeface="Cambria"/>
            </a:endParaRPr>
          </a:p>
          <a:p>
            <a:pPr marL="756285" lvl="1" indent="-286385">
              <a:lnSpc>
                <a:spcPct val="100000"/>
              </a:lnSpc>
              <a:spcBef>
                <a:spcPts val="35"/>
              </a:spcBef>
              <a:buChar char="•"/>
              <a:tabLst>
                <a:tab pos="756285" algn="l"/>
              </a:tabLst>
            </a:pPr>
            <a:r>
              <a:rPr lang="en-US" sz="1900" dirty="0">
                <a:solidFill>
                  <a:srgbClr val="C00000"/>
                </a:solidFill>
                <a:latin typeface="Cambria"/>
                <a:cs typeface="Cambria"/>
              </a:rPr>
              <a:t>Gesture</a:t>
            </a:r>
            <a:r>
              <a:rPr lang="en-US" sz="1900" spc="27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lang="en-US" sz="1900" dirty="0">
                <a:solidFill>
                  <a:srgbClr val="C00000"/>
                </a:solidFill>
                <a:latin typeface="Cambria"/>
                <a:cs typeface="Cambria"/>
              </a:rPr>
              <a:t>recognition</a:t>
            </a:r>
            <a:r>
              <a:rPr lang="en-US" sz="1900" spc="254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lang="en-US" sz="1900" spc="65" dirty="0">
                <a:solidFill>
                  <a:srgbClr val="C00000"/>
                </a:solidFill>
                <a:latin typeface="Cambria"/>
                <a:cs typeface="Cambria"/>
              </a:rPr>
              <a:t>(OpenCV)</a:t>
            </a:r>
            <a:endParaRPr lang="en-US" sz="1900" dirty="0">
              <a:latin typeface="Cambria"/>
              <a:cs typeface="Cambria"/>
            </a:endParaRPr>
          </a:p>
          <a:p>
            <a:pPr marL="812800" lvl="1" indent="-342900">
              <a:lnSpc>
                <a:spcPct val="100000"/>
              </a:lnSpc>
              <a:spcBef>
                <a:spcPts val="50"/>
              </a:spcBef>
              <a:buFont typeface="Wingdings" panose="05000000000000000000" pitchFamily="2" charset="2"/>
              <a:buChar char="§"/>
              <a:tabLst>
                <a:tab pos="756285" algn="l"/>
              </a:tabLst>
            </a:pPr>
            <a:r>
              <a:rPr lang="en-US" sz="1900" spc="145" dirty="0">
                <a:solidFill>
                  <a:srgbClr val="C00000"/>
                </a:solidFill>
                <a:latin typeface="Cambria"/>
                <a:cs typeface="Cambria"/>
              </a:rPr>
              <a:t>GPIO</a:t>
            </a:r>
            <a:r>
              <a:rPr lang="en-US" sz="1900" spc="7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lang="en-US" sz="1900" spc="-10" dirty="0">
                <a:solidFill>
                  <a:srgbClr val="C00000"/>
                </a:solidFill>
                <a:latin typeface="Cambria"/>
                <a:cs typeface="Cambria"/>
              </a:rPr>
              <a:t>control</a:t>
            </a:r>
            <a:endParaRPr lang="en-US" sz="1900" dirty="0">
              <a:latin typeface="Cambria"/>
              <a:cs typeface="Cambria"/>
            </a:endParaRPr>
          </a:p>
          <a:p>
            <a:pPr marL="756285" lvl="1" indent="-286385">
              <a:lnSpc>
                <a:spcPct val="100000"/>
              </a:lnSpc>
              <a:spcBef>
                <a:spcPts val="50"/>
              </a:spcBef>
              <a:buChar char="•"/>
              <a:tabLst>
                <a:tab pos="756285" algn="l"/>
              </a:tabLst>
            </a:pPr>
            <a:r>
              <a:rPr lang="en-US" sz="1900" spc="130" dirty="0">
                <a:solidFill>
                  <a:srgbClr val="C00000"/>
                </a:solidFill>
                <a:latin typeface="Cambria"/>
                <a:cs typeface="Cambria"/>
              </a:rPr>
              <a:t>MQTT</a:t>
            </a:r>
            <a:r>
              <a:rPr lang="en-US" sz="1900" spc="7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lang="en-US" sz="1900" spc="-10" dirty="0">
                <a:solidFill>
                  <a:srgbClr val="C00000"/>
                </a:solidFill>
                <a:latin typeface="Cambria"/>
                <a:cs typeface="Cambria"/>
              </a:rPr>
              <a:t>communication</a:t>
            </a:r>
            <a:endParaRPr lang="en-US" sz="1900" dirty="0">
              <a:latin typeface="Cambria"/>
              <a:cs typeface="Cambria"/>
            </a:endParaRPr>
          </a:p>
          <a:p>
            <a:pPr marL="240665" indent="-227965">
              <a:lnSpc>
                <a:spcPct val="100000"/>
              </a:lnSpc>
              <a:spcBef>
                <a:spcPts val="540"/>
              </a:spcBef>
              <a:buFont typeface="Cambria"/>
              <a:buChar char="•"/>
              <a:tabLst>
                <a:tab pos="240665" algn="l"/>
              </a:tabLst>
            </a:pPr>
            <a:r>
              <a:rPr lang="en-US" sz="1900" b="1" spc="-10" dirty="0">
                <a:latin typeface="Palatino Linotype"/>
                <a:cs typeface="Palatino Linotype"/>
              </a:rPr>
              <a:t>OpenCV:-</a:t>
            </a:r>
            <a:endParaRPr lang="en-US" sz="1900" dirty="0">
              <a:latin typeface="Palatino Linotype"/>
              <a:cs typeface="Palatino Linotype"/>
            </a:endParaRPr>
          </a:p>
          <a:p>
            <a:pPr marL="812800" lvl="1" indent="-342900">
              <a:lnSpc>
                <a:spcPct val="100000"/>
              </a:lnSpc>
              <a:spcBef>
                <a:spcPts val="50"/>
              </a:spcBef>
              <a:buFont typeface="Arial" panose="020B0604020202020204" pitchFamily="34" charset="0"/>
              <a:buChar char="•"/>
              <a:tabLst>
                <a:tab pos="756285" algn="l"/>
              </a:tabLst>
            </a:pPr>
            <a:r>
              <a:rPr lang="en-US" sz="1900" dirty="0">
                <a:solidFill>
                  <a:srgbClr val="C00000"/>
                </a:solidFill>
                <a:latin typeface="Cambria"/>
                <a:cs typeface="Cambria"/>
              </a:rPr>
              <a:t>For</a:t>
            </a:r>
            <a:r>
              <a:rPr lang="en-US" sz="1900" spc="15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lang="en-US" sz="1900" spc="50" dirty="0">
                <a:solidFill>
                  <a:srgbClr val="C00000"/>
                </a:solidFill>
                <a:latin typeface="Cambria"/>
                <a:cs typeface="Cambria"/>
              </a:rPr>
              <a:t>hand</a:t>
            </a:r>
            <a:r>
              <a:rPr lang="en-US" sz="1900" spc="14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lang="en-US" sz="1900" dirty="0">
                <a:solidFill>
                  <a:srgbClr val="C00000"/>
                </a:solidFill>
                <a:latin typeface="Cambria"/>
                <a:cs typeface="Cambria"/>
              </a:rPr>
              <a:t>gesture</a:t>
            </a:r>
            <a:r>
              <a:rPr lang="en-US" sz="1900" spc="17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lang="en-US" sz="1900" dirty="0">
                <a:solidFill>
                  <a:srgbClr val="C00000"/>
                </a:solidFill>
                <a:latin typeface="Cambria"/>
                <a:cs typeface="Cambria"/>
              </a:rPr>
              <a:t>detection</a:t>
            </a:r>
            <a:r>
              <a:rPr lang="en-US" sz="1900" spc="14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lang="en-US" sz="1900" dirty="0">
                <a:solidFill>
                  <a:srgbClr val="C00000"/>
                </a:solidFill>
                <a:latin typeface="Cambria"/>
                <a:cs typeface="Cambria"/>
              </a:rPr>
              <a:t>using</a:t>
            </a:r>
            <a:r>
              <a:rPr lang="en-US" sz="1900" spc="150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lang="en-US" sz="1900" dirty="0">
                <a:solidFill>
                  <a:srgbClr val="C00000"/>
                </a:solidFill>
                <a:latin typeface="Cambria"/>
                <a:cs typeface="Cambria"/>
              </a:rPr>
              <a:t>computer</a:t>
            </a:r>
            <a:r>
              <a:rPr lang="en-US" sz="1900" spc="175" dirty="0">
                <a:solidFill>
                  <a:srgbClr val="C00000"/>
                </a:solidFill>
                <a:latin typeface="Cambria"/>
                <a:cs typeface="Cambria"/>
              </a:rPr>
              <a:t> </a:t>
            </a:r>
            <a:r>
              <a:rPr lang="en-US" sz="1900" spc="-10" dirty="0">
                <a:solidFill>
                  <a:srgbClr val="C00000"/>
                </a:solidFill>
                <a:latin typeface="Cambria"/>
                <a:cs typeface="Cambria"/>
              </a:rPr>
              <a:t>vision.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61CF6369-C4B1-0671-9524-616D93149FA8}"/>
              </a:ext>
            </a:extLst>
          </p:cNvPr>
          <p:cNvSpPr>
            <a:spLocks noGrp="1"/>
          </p:cNvSpPr>
          <p:nvPr>
            <p:ph sz="half" idx="3"/>
          </p:nvPr>
        </p:nvSpPr>
        <p:spPr>
          <a:xfrm>
            <a:off x="457200" y="4243198"/>
            <a:ext cx="8229600" cy="1676400"/>
          </a:xfrm>
        </p:spPr>
        <p:txBody>
          <a:bodyPr/>
          <a:lstStyle/>
          <a:p>
            <a:r>
              <a:rPr lang="en-US" sz="2000" dirty="0"/>
              <a:t>Engineering standards:-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0" dirty="0"/>
              <a:t>IEEE 802.11 (Wi-Fi) and IEEE 802.1X: Wireless communication standard for network connectivity and secure communication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0" dirty="0"/>
              <a:t>IEC 60364: Electrical installations and safety standards for buildings.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0" dirty="0"/>
              <a:t>UL 61010: Safety standards for electrical equipment</a:t>
            </a:r>
            <a:r>
              <a:rPr lang="en-US" sz="1800" b="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790927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D495B83-8379-EBBF-86F5-33F115AAAD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F53CB0BB-2A52-CEAE-F52C-AE04991DAA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07162" y="4191000"/>
            <a:ext cx="8620963" cy="1938992"/>
          </a:xfrm>
        </p:spPr>
        <p:txBody>
          <a:bodyPr/>
          <a:lstStyle/>
          <a:p>
            <a:r>
              <a:rPr lang="en-US" sz="1800" b="0" dirty="0"/>
              <a:t>This project is not just about controlling devices it’s about making life easier for </a:t>
            </a:r>
            <a:r>
              <a:rPr lang="en-US" sz="1800" b="0" dirty="0" err="1"/>
              <a:t>everyone.It</a:t>
            </a:r>
            <a:r>
              <a:rPr lang="en-US" sz="1800" b="0" dirty="0"/>
              <a:t> shows how technology can be simple, smart, and helpful at the same </a:t>
            </a:r>
            <a:r>
              <a:rPr lang="en-US" sz="1800" b="0" dirty="0" err="1"/>
              <a:t>time.By</a:t>
            </a:r>
            <a:r>
              <a:rPr lang="en-US" sz="1800" b="0" dirty="0"/>
              <a:t> using hand gestures, we’ve made a system that is easy to use, and doesn’t need any special device to </a:t>
            </a:r>
            <a:r>
              <a:rPr lang="en-US" sz="1800" b="0" dirty="0" err="1"/>
              <a:t>wear.Even</a:t>
            </a:r>
            <a:r>
              <a:rPr lang="en-US" sz="1800" b="0" dirty="0"/>
              <a:t> with a small device like the Raspberry Pi Zero 2 W, we made a system that brings comfort, safety, and a bit of fun into everyday life. It feels natural and easy — just like </a:t>
            </a:r>
            <a:r>
              <a:rPr lang="en-US" sz="1800" b="0" dirty="0" err="1"/>
              <a:t>magic!This</a:t>
            </a:r>
            <a:r>
              <a:rPr lang="en-US" sz="1800" b="0" dirty="0"/>
              <a:t> is not just a project — it’s a step toward a smarter and more caring future.</a:t>
            </a:r>
          </a:p>
        </p:txBody>
      </p:sp>
      <p:pic>
        <p:nvPicPr>
          <p:cNvPr id="5" name="Picture 4" descr="A hand reaching out to touch a sign&#10;&#10;AI-generated content may be incorrect.">
            <a:extLst>
              <a:ext uri="{FF2B5EF4-FFF2-40B4-BE49-F238E27FC236}">
                <a16:creationId xmlns:a16="http://schemas.microsoft.com/office/drawing/2014/main" xmlns="" id="{49AA94A1-7001-4DB6-05BF-53E600CC89A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1200" y="877633"/>
            <a:ext cx="4914900" cy="3276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34648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References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0"/>
              </a:lnSpc>
            </a:pPr>
            <a:r>
              <a:rPr spc="-10" dirty="0"/>
              <a:t>14-05-</a:t>
            </a:r>
            <a:r>
              <a:rPr spc="-20" dirty="0"/>
              <a:t>2025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spc="-25" dirty="0"/>
              <a:t>13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78739" y="900000"/>
            <a:ext cx="8749030" cy="2778196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5"/>
              </a:spcBef>
              <a:buSzPct val="106666"/>
              <a:tabLst>
                <a:tab pos="240029" algn="l"/>
              </a:tabLst>
            </a:pPr>
            <a:r>
              <a:rPr lang="en-US" sz="3000" b="1" dirty="0">
                <a:latin typeface="Palatino Linotype"/>
                <a:cs typeface="Palatino Linotype"/>
              </a:rPr>
              <a:t>1.)</a:t>
            </a:r>
            <a:r>
              <a:rPr sz="3000" b="1" dirty="0">
                <a:latin typeface="Palatino Linotype"/>
                <a:cs typeface="Palatino Linotype"/>
              </a:rPr>
              <a:t>Documentation</a:t>
            </a:r>
            <a:r>
              <a:rPr sz="3000" b="1" spc="-30" dirty="0">
                <a:latin typeface="Palatino Linotype"/>
                <a:cs typeface="Palatino Linotype"/>
              </a:rPr>
              <a:t> </a:t>
            </a:r>
            <a:r>
              <a:rPr sz="3000" b="1" dirty="0">
                <a:latin typeface="Palatino Linotype"/>
                <a:cs typeface="Palatino Linotype"/>
              </a:rPr>
              <a:t>&amp;</a:t>
            </a:r>
            <a:r>
              <a:rPr sz="3000" b="1" spc="-60" dirty="0">
                <a:latin typeface="Palatino Linotype"/>
                <a:cs typeface="Palatino Linotype"/>
              </a:rPr>
              <a:t> </a:t>
            </a:r>
            <a:r>
              <a:rPr sz="3000" b="1" dirty="0">
                <a:latin typeface="Palatino Linotype"/>
                <a:cs typeface="Palatino Linotype"/>
              </a:rPr>
              <a:t>Research</a:t>
            </a:r>
            <a:r>
              <a:rPr sz="3000" b="1" spc="-40" dirty="0">
                <a:latin typeface="Palatino Linotype"/>
                <a:cs typeface="Palatino Linotype"/>
              </a:rPr>
              <a:t> </a:t>
            </a:r>
            <a:r>
              <a:rPr sz="3000" b="1" spc="-10" dirty="0" smtClean="0">
                <a:latin typeface="Palatino Linotype"/>
                <a:cs typeface="Palatino Linotype"/>
              </a:rPr>
              <a:t>Papers:</a:t>
            </a:r>
            <a:endParaRPr sz="3000" dirty="0" smtClean="0">
              <a:latin typeface="Palatino Linotype"/>
              <a:cs typeface="Palatino Linotype"/>
            </a:endParaRPr>
          </a:p>
          <a:p>
            <a:pPr marL="12700" marR="2961005" indent="284480" algn="l">
              <a:lnSpc>
                <a:spcPts val="2880"/>
              </a:lnSpc>
              <a:spcBef>
                <a:spcPts val="969"/>
              </a:spcBef>
            </a:pPr>
            <a:r>
              <a:rPr sz="3000" spc="215" dirty="0" err="1" smtClean="0">
                <a:latin typeface="Cambria"/>
                <a:cs typeface="Cambria"/>
              </a:rPr>
              <a:t>OpenCV</a:t>
            </a:r>
            <a:r>
              <a:rPr sz="3000" spc="270" dirty="0" smtClean="0">
                <a:latin typeface="Cambria"/>
                <a:cs typeface="Cambria"/>
              </a:rPr>
              <a:t> </a:t>
            </a:r>
            <a:r>
              <a:rPr sz="3000" dirty="0" smtClean="0">
                <a:latin typeface="Cambria"/>
                <a:cs typeface="Cambria"/>
              </a:rPr>
              <a:t>official</a:t>
            </a:r>
            <a:r>
              <a:rPr sz="3000" spc="295" dirty="0" smtClean="0">
                <a:latin typeface="Cambria"/>
                <a:cs typeface="Cambria"/>
              </a:rPr>
              <a:t> </a:t>
            </a:r>
            <a:r>
              <a:rPr sz="3000" spc="-10" dirty="0" smtClean="0">
                <a:latin typeface="Cambria"/>
                <a:cs typeface="Cambria"/>
              </a:rPr>
              <a:t>documentation: </a:t>
            </a:r>
            <a:r>
              <a:rPr lang="en-US" sz="3000" spc="-10" dirty="0" smtClean="0">
                <a:latin typeface="Cambria"/>
                <a:cs typeface="Cambria"/>
              </a:rPr>
              <a:t>  </a:t>
            </a:r>
            <a:r>
              <a:rPr sz="3000" spc="75" dirty="0" smtClean="0">
                <a:latin typeface="Cambria"/>
                <a:cs typeface="Cambria"/>
              </a:rPr>
              <a:t>https://docs.opencv.org/</a:t>
            </a:r>
            <a:endParaRPr sz="3000" dirty="0" smtClean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315"/>
              </a:spcBef>
              <a:buSzPct val="106666"/>
              <a:tabLst>
                <a:tab pos="240029" algn="l"/>
              </a:tabLst>
            </a:pPr>
            <a:r>
              <a:rPr lang="en-US" sz="3000" b="1" dirty="0" smtClean="0">
                <a:latin typeface="Palatino Linotype"/>
                <a:cs typeface="Palatino Linotype"/>
              </a:rPr>
              <a:t>2</a:t>
            </a:r>
            <a:r>
              <a:rPr lang="en-US" sz="3000" b="1" dirty="0">
                <a:latin typeface="Palatino Linotype"/>
                <a:cs typeface="Palatino Linotype"/>
              </a:rPr>
              <a:t>.)</a:t>
            </a:r>
            <a:r>
              <a:rPr sz="3000" b="1" dirty="0">
                <a:latin typeface="Palatino Linotype"/>
                <a:cs typeface="Palatino Linotype"/>
              </a:rPr>
              <a:t>Blogs</a:t>
            </a:r>
            <a:r>
              <a:rPr sz="3000" b="1" spc="-15" dirty="0">
                <a:latin typeface="Palatino Linotype"/>
                <a:cs typeface="Palatino Linotype"/>
              </a:rPr>
              <a:t> </a:t>
            </a:r>
            <a:r>
              <a:rPr sz="3000" b="1" dirty="0">
                <a:latin typeface="Palatino Linotype"/>
                <a:cs typeface="Palatino Linotype"/>
              </a:rPr>
              <a:t>&amp; </a:t>
            </a:r>
            <a:r>
              <a:rPr sz="3000" b="1" spc="-10" dirty="0">
                <a:latin typeface="Palatino Linotype"/>
                <a:cs typeface="Palatino Linotype"/>
              </a:rPr>
              <a:t>Articles:</a:t>
            </a:r>
            <a:endParaRPr sz="3000" dirty="0">
              <a:latin typeface="Palatino Linotype"/>
              <a:cs typeface="Palatino Linotype"/>
            </a:endParaRPr>
          </a:p>
          <a:p>
            <a:pPr marL="259079" marR="1808480">
              <a:lnSpc>
                <a:spcPct val="111900"/>
              </a:lnSpc>
              <a:spcBef>
                <a:spcPts val="15"/>
              </a:spcBef>
            </a:pPr>
            <a:r>
              <a:rPr sz="2600" dirty="0">
                <a:latin typeface="Cambria"/>
                <a:cs typeface="Cambria"/>
              </a:rPr>
              <a:t>Raspberry</a:t>
            </a:r>
            <a:r>
              <a:rPr sz="2600" spc="215" dirty="0">
                <a:latin typeface="Cambria"/>
                <a:cs typeface="Cambria"/>
              </a:rPr>
              <a:t> </a:t>
            </a:r>
            <a:r>
              <a:rPr sz="2600" spc="55" dirty="0">
                <a:latin typeface="Cambria"/>
                <a:cs typeface="Cambria"/>
              </a:rPr>
              <a:t>Pi</a:t>
            </a:r>
            <a:r>
              <a:rPr sz="2600" spc="250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home</a:t>
            </a:r>
            <a:r>
              <a:rPr sz="2600" spc="265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automation</a:t>
            </a:r>
            <a:r>
              <a:rPr sz="2600" spc="240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camera</a:t>
            </a:r>
            <a:r>
              <a:rPr sz="2600" spc="210" dirty="0">
                <a:latin typeface="Cambria"/>
                <a:cs typeface="Cambria"/>
              </a:rPr>
              <a:t> </a:t>
            </a:r>
            <a:r>
              <a:rPr sz="2600" spc="-10" dirty="0">
                <a:latin typeface="Cambria"/>
                <a:cs typeface="Cambria"/>
              </a:rPr>
              <a:t>setup: </a:t>
            </a:r>
            <a:r>
              <a:rPr sz="2600" spc="60" dirty="0">
                <a:latin typeface="Cambria"/>
                <a:cs typeface="Cambria"/>
              </a:rPr>
              <a:t>https//:</a:t>
            </a:r>
            <a:r>
              <a:rPr sz="2600" spc="60" dirty="0">
                <a:latin typeface="Cambria"/>
                <a:cs typeface="Cambria"/>
                <a:hlinkClick r:id="rId2"/>
              </a:rPr>
              <a:t>www.raspberrypi.org/blog/</a:t>
            </a:r>
            <a:endParaRPr sz="2600" dirty="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0916" y="1015250"/>
            <a:ext cx="8791448" cy="519582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650"/>
              </a:lnSpc>
            </a:pPr>
            <a:r>
              <a:rPr spc="-10" dirty="0"/>
              <a:t>14-05-</a:t>
            </a:r>
            <a:r>
              <a:rPr spc="-20" dirty="0"/>
              <a:t>2025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spc="-25" dirty="0"/>
              <a:t>14</a:t>
            </a:fld>
            <a:endParaRPr spc="-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209</TotalTime>
  <Words>748</Words>
  <Application>Microsoft Office PowerPoint</Application>
  <PresentationFormat>On-screen Show (4:3)</PresentationFormat>
  <Paragraphs>112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Cambria</vt:lpstr>
      <vt:lpstr>Palatino Linotype</vt:lpstr>
      <vt:lpstr>Wingdings</vt:lpstr>
      <vt:lpstr>Office Theme</vt:lpstr>
      <vt:lpstr>Applied Internet of Things(CSE 2198)</vt:lpstr>
      <vt:lpstr>Contents</vt:lpstr>
      <vt:lpstr>Introduction</vt:lpstr>
      <vt:lpstr>Literature Survey</vt:lpstr>
      <vt:lpstr>Design Scheme</vt:lpstr>
      <vt:lpstr>Testing (Veroboard Implementation)</vt:lpstr>
      <vt:lpstr>Testing (Veroboard Implementation)</vt:lpstr>
      <vt:lpstr>Results, Analysis and Evaluation</vt:lpstr>
      <vt:lpstr>Results, Analysis and Evaluation</vt:lpstr>
      <vt:lpstr>Socio-economic Issues Associated With The Project</vt:lpstr>
      <vt:lpstr>Engineering Tools and Standards</vt:lpstr>
      <vt:lpstr>Conclusion</vt:lpstr>
      <vt:lpstr>References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Applied Internet of Things(CSE 2198) Project Presentation on Topic-Intelligent Home Automation System Using Hand Gesture Recognition and Raspberry Pi for Seamless Control.</dc:title>
  <dc:creator>ITERADMIN</dc:creator>
  <cp:lastModifiedBy>Windows User</cp:lastModifiedBy>
  <cp:revision>2</cp:revision>
  <dcterms:created xsi:type="dcterms:W3CDTF">2025-05-21T17:13:37Z</dcterms:created>
  <dcterms:modified xsi:type="dcterms:W3CDTF">2026-05-10T15:52:48Z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2025-05-21T00:00:00Z</vt:filetime>
  </property>
  <property fmtid="{D5CDD505-2E9C-101B-9397-08002B2CF9AE}" pid="3" name="Creator">
    <vt:lpwstr>Microsoft® PowerPoint® 2010</vt:lpwstr>
  </property>
  <property fmtid="{D5CDD505-2E9C-101B-9397-08002B2CF9AE}" pid="4" name="LastSaved">
    <vt:filetime>2025-05-21T00:00:00Z</vt:filetime>
  </property>
  <property fmtid="{D5CDD505-2E9C-101B-9397-08002B2CF9AE}" pid="5" name="Producer">
    <vt:lpwstr>Microsoft® PowerPoint® 2010</vt:lpwstr>
  </property>
</Properties>
</file>